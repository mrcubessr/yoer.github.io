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3"/>
  </p:notesMasterIdLst>
  <p:sldIdLst>
    <p:sldId id="256" r:id="rId3"/>
    <p:sldId id="549" r:id="rId4"/>
    <p:sldId id="582" r:id="rId5"/>
    <p:sldId id="583" r:id="rId6"/>
    <p:sldId id="512" r:id="rId7"/>
    <p:sldId id="584" r:id="rId8"/>
    <p:sldId id="585" r:id="rId9"/>
    <p:sldId id="586" r:id="rId10"/>
    <p:sldId id="587" r:id="rId11"/>
    <p:sldId id="588" r:id="rId12"/>
    <p:sldId id="608" r:id="rId13"/>
    <p:sldId id="609" r:id="rId14"/>
    <p:sldId id="511" r:id="rId15"/>
    <p:sldId id="591" r:id="rId16"/>
    <p:sldId id="592" r:id="rId17"/>
    <p:sldId id="593" r:id="rId18"/>
    <p:sldId id="594" r:id="rId19"/>
    <p:sldId id="610" r:id="rId20"/>
    <p:sldId id="611" r:id="rId21"/>
    <p:sldId id="612" r:id="rId22"/>
    <p:sldId id="581" r:id="rId23"/>
    <p:sldId id="596" r:id="rId24"/>
    <p:sldId id="597" r:id="rId25"/>
    <p:sldId id="598" r:id="rId26"/>
    <p:sldId id="599" r:id="rId27"/>
    <p:sldId id="619" r:id="rId28"/>
    <p:sldId id="620" r:id="rId29"/>
    <p:sldId id="621" r:id="rId30"/>
    <p:sldId id="622" r:id="rId31"/>
    <p:sldId id="623" r:id="rId32"/>
    <p:sldId id="617" r:id="rId33"/>
    <p:sldId id="601" r:id="rId34"/>
    <p:sldId id="602" r:id="rId35"/>
    <p:sldId id="603" r:id="rId36"/>
    <p:sldId id="604" r:id="rId37"/>
    <p:sldId id="613" r:id="rId38"/>
    <p:sldId id="614" r:id="rId39"/>
    <p:sldId id="615" r:id="rId40"/>
    <p:sldId id="616" r:id="rId41"/>
    <p:sldId id="618" r:id="rId42"/>
  </p:sldIdLst>
  <p:sldSz cx="24479250" cy="13679170"/>
  <p:notesSz cx="6858000" cy="9144000"/>
  <p:embeddedFontLst>
    <p:embeddedFont>
      <p:font typeface="汉仪正圆 55简" panose="00020600040101010101" charset="-122"/>
      <p:regular r:id="rId48"/>
    </p:embeddedFont>
    <p:embeddedFont>
      <p:font typeface="Poppins" panose="02000000000000000000" charset="0"/>
      <p:bold r:id="rId49"/>
    </p:embeddedFont>
    <p:embeddedFont>
      <p:font typeface="汉仪糯米团简" panose="00020600040101010101" charset="-122"/>
      <p:regular r:id="rId50"/>
    </p:embeddedFont>
    <p:embeddedFont>
      <p:font typeface="Calibri" panose="020F0502020204030204" charset="0"/>
      <p:regular r:id="rId51"/>
      <p:bold r:id="rId52"/>
      <p:italic r:id="rId53"/>
      <p:boldItalic r:id="rId54"/>
    </p:embeddedFont>
    <p:embeddedFont>
      <p:font typeface="Calibri Light" panose="020F0302020204030204" charset="0"/>
      <p:regular r:id="rId55"/>
      <p:italic r:id="rId56"/>
    </p:embeddedFont>
  </p:embeddedFontLst>
  <p:custDataLst>
    <p:tags r:id="rId5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A61A"/>
    <a:srgbClr val="FFF1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2" d="100"/>
          <a:sy n="52" d="100"/>
        </p:scale>
        <p:origin x="13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7" Type="http://schemas.openxmlformats.org/officeDocument/2006/relationships/tags" Target="tags/tag14.xml"/><Relationship Id="rId56" Type="http://schemas.openxmlformats.org/officeDocument/2006/relationships/font" Target="fonts/font9.fntdata"/><Relationship Id="rId55" Type="http://schemas.openxmlformats.org/officeDocument/2006/relationships/font" Target="fonts/font8.fntdata"/><Relationship Id="rId54" Type="http://schemas.openxmlformats.org/officeDocument/2006/relationships/font" Target="fonts/font7.fntdata"/><Relationship Id="rId53" Type="http://schemas.openxmlformats.org/officeDocument/2006/relationships/font" Target="fonts/font6.fntdata"/><Relationship Id="rId52" Type="http://schemas.openxmlformats.org/officeDocument/2006/relationships/font" Target="fonts/font5.fntdata"/><Relationship Id="rId51" Type="http://schemas.openxmlformats.org/officeDocument/2006/relationships/font" Target="fonts/font4.fntdata"/><Relationship Id="rId50" Type="http://schemas.openxmlformats.org/officeDocument/2006/relationships/font" Target="fonts/font3.fntdata"/><Relationship Id="rId5" Type="http://schemas.openxmlformats.org/officeDocument/2006/relationships/slide" Target="slides/slide3.xml"/><Relationship Id="rId49" Type="http://schemas.openxmlformats.org/officeDocument/2006/relationships/font" Target="fonts/font2.fntdata"/><Relationship Id="rId48" Type="http://schemas.openxmlformats.org/officeDocument/2006/relationships/font" Target="fonts/font1.fntdata"/><Relationship Id="rId47" Type="http://schemas.openxmlformats.org/officeDocument/2006/relationships/commentAuthors" Target="commentAuthors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notesMaster" Target="notesMasters/notesMaster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67670" y="1143000"/>
            <a:ext cx="552266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image" Target="../media/image1.jpeg"/><Relationship Id="rId2" Type="http://schemas.openxmlformats.org/officeDocument/2006/relationships/tags" Target="../tags/tag5.xml"/><Relationship Id="rId13" Type="http://schemas.openxmlformats.org/officeDocument/2006/relationships/image" Target="../media/image3.png"/><Relationship Id="rId12" Type="http://schemas.openxmlformats.org/officeDocument/2006/relationships/tags" Target="../tags/tag13.xml"/><Relationship Id="rId11" Type="http://schemas.openxmlformats.org/officeDocument/2006/relationships/image" Target="../media/image2.png"/><Relationship Id="rId10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14879782" y="3694762"/>
            <a:ext cx="6289964" cy="6289964"/>
          </a:xfrm>
          <a:custGeom>
            <a:avLst/>
            <a:gdLst>
              <a:gd name="connsiteX0" fmla="*/ 3144982 w 6289964"/>
              <a:gd name="connsiteY0" fmla="*/ 0 h 6289964"/>
              <a:gd name="connsiteX1" fmla="*/ 6289964 w 6289964"/>
              <a:gd name="connsiteY1" fmla="*/ 3144982 h 6289964"/>
              <a:gd name="connsiteX2" fmla="*/ 3144982 w 6289964"/>
              <a:gd name="connsiteY2" fmla="*/ 6289964 h 6289964"/>
              <a:gd name="connsiteX3" fmla="*/ 0 w 6289964"/>
              <a:gd name="connsiteY3" fmla="*/ 3144982 h 6289964"/>
              <a:gd name="connsiteX4" fmla="*/ 3144982 w 6289964"/>
              <a:gd name="connsiteY4" fmla="*/ 0 h 628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9964" h="6289964">
                <a:moveTo>
                  <a:pt x="3144982" y="0"/>
                </a:moveTo>
                <a:cubicBezTo>
                  <a:pt x="4881908" y="0"/>
                  <a:pt x="6289964" y="1408056"/>
                  <a:pt x="6289964" y="3144982"/>
                </a:cubicBezTo>
                <a:cubicBezTo>
                  <a:pt x="6289964" y="4881908"/>
                  <a:pt x="4881908" y="6289964"/>
                  <a:pt x="3144982" y="6289964"/>
                </a:cubicBezTo>
                <a:cubicBezTo>
                  <a:pt x="1408056" y="6289964"/>
                  <a:pt x="0" y="4881908"/>
                  <a:pt x="0" y="3144982"/>
                </a:cubicBezTo>
                <a:cubicBezTo>
                  <a:pt x="0" y="1408056"/>
                  <a:pt x="1408056" y="0"/>
                  <a:pt x="314498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3482975" y="6318250"/>
            <a:ext cx="7628370" cy="4100513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2239624" y="6839744"/>
            <a:ext cx="10647363" cy="5430837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8031631" y="2586037"/>
            <a:ext cx="5764212" cy="8507413"/>
          </a:xfrm>
        </p:spPr>
        <p:txBody>
          <a:bodyPr/>
          <a:lstStyle/>
          <a:p>
            <a:endParaRPr lang="en-ID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4784940" y="4959927"/>
            <a:ext cx="4997090" cy="4997090"/>
          </a:xfrm>
          <a:custGeom>
            <a:avLst/>
            <a:gdLst>
              <a:gd name="connsiteX0" fmla="*/ 3144982 w 6289964"/>
              <a:gd name="connsiteY0" fmla="*/ 0 h 6289964"/>
              <a:gd name="connsiteX1" fmla="*/ 6289964 w 6289964"/>
              <a:gd name="connsiteY1" fmla="*/ 3144982 h 6289964"/>
              <a:gd name="connsiteX2" fmla="*/ 3144982 w 6289964"/>
              <a:gd name="connsiteY2" fmla="*/ 6289964 h 6289964"/>
              <a:gd name="connsiteX3" fmla="*/ 0 w 6289964"/>
              <a:gd name="connsiteY3" fmla="*/ 3144982 h 6289964"/>
              <a:gd name="connsiteX4" fmla="*/ 3144982 w 6289964"/>
              <a:gd name="connsiteY4" fmla="*/ 0 h 628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9964" h="6289964">
                <a:moveTo>
                  <a:pt x="3144982" y="0"/>
                </a:moveTo>
                <a:cubicBezTo>
                  <a:pt x="4881908" y="0"/>
                  <a:pt x="6289964" y="1408056"/>
                  <a:pt x="6289964" y="3144982"/>
                </a:cubicBezTo>
                <a:cubicBezTo>
                  <a:pt x="6289964" y="4881908"/>
                  <a:pt x="4881908" y="6289964"/>
                  <a:pt x="3144982" y="6289964"/>
                </a:cubicBezTo>
                <a:cubicBezTo>
                  <a:pt x="1408056" y="6289964"/>
                  <a:pt x="0" y="4881908"/>
                  <a:pt x="0" y="3144982"/>
                </a:cubicBezTo>
                <a:cubicBezTo>
                  <a:pt x="0" y="1408056"/>
                  <a:pt x="1408056" y="0"/>
                  <a:pt x="314498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2936875" y="3048000"/>
            <a:ext cx="8118475" cy="4156075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7903369" y="4941887"/>
            <a:ext cx="8672512" cy="3795713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 rot="692440">
            <a:off x="10225233" y="3763962"/>
            <a:ext cx="4737100" cy="6151563"/>
          </a:xfrm>
        </p:spPr>
        <p:txBody>
          <a:bodyPr/>
          <a:lstStyle/>
          <a:p>
            <a:endParaRPr lang="en-ID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1"/>
          </p:nvPr>
        </p:nvSpPr>
        <p:spPr>
          <a:xfrm rot="692440">
            <a:off x="14283468" y="2904980"/>
            <a:ext cx="4737100" cy="6151563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2605088"/>
            <a:ext cx="5319713" cy="9144000"/>
          </a:xfrm>
        </p:spPr>
        <p:txBody>
          <a:bodyPr/>
          <a:lstStyle/>
          <a:p>
            <a:endParaRPr lang="en-ID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15987713" y="2605088"/>
            <a:ext cx="8491537" cy="3989387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1828800" y="0"/>
            <a:ext cx="11388436" cy="4738688"/>
          </a:xfrm>
        </p:spPr>
        <p:txBody>
          <a:bodyPr/>
          <a:lstStyle/>
          <a:p>
            <a:endParaRPr lang="en-ID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18399125" y="0"/>
            <a:ext cx="6080125" cy="9780588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3519200" y="1163205"/>
            <a:ext cx="5818187" cy="6567488"/>
          </a:xfrm>
        </p:spPr>
        <p:txBody>
          <a:bodyPr/>
          <a:lstStyle/>
          <a:p>
            <a:endParaRPr lang="en-ID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18661063" y="7112000"/>
            <a:ext cx="5818187" cy="6567488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9366250" y="0"/>
            <a:ext cx="10085388" cy="13679488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2371003" y="4100513"/>
            <a:ext cx="11471275" cy="3575050"/>
          </a:xfrm>
        </p:spPr>
        <p:txBody>
          <a:bodyPr/>
          <a:lstStyle/>
          <a:p>
            <a:endParaRPr lang="en-ID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18509674" y="8866909"/>
            <a:ext cx="5969576" cy="4812579"/>
          </a:xfrm>
        </p:spPr>
        <p:txBody>
          <a:bodyPr/>
          <a:lstStyle/>
          <a:p>
            <a:endParaRPr lang="en-ID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6127413" y="2294876"/>
            <a:ext cx="8351837" cy="9753600"/>
          </a:xfrm>
        </p:spPr>
        <p:txBody>
          <a:bodyPr/>
          <a:lstStyle/>
          <a:p>
            <a:endParaRPr lang="en-ID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489037" y="11194472"/>
            <a:ext cx="10670308" cy="2485015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3492068" y="3431526"/>
            <a:ext cx="3074987" cy="3074988"/>
          </a:xfrm>
        </p:spPr>
        <p:txBody>
          <a:bodyPr/>
          <a:lstStyle/>
          <a:p>
            <a:endParaRPr lang="en-ID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7011123" y="3431526"/>
            <a:ext cx="3074987" cy="3074988"/>
          </a:xfrm>
        </p:spPr>
        <p:txBody>
          <a:bodyPr/>
          <a:lstStyle/>
          <a:p>
            <a:endParaRPr lang="en-ID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3492068" y="6839744"/>
            <a:ext cx="3074987" cy="3074988"/>
          </a:xfrm>
        </p:spPr>
        <p:txBody>
          <a:bodyPr/>
          <a:lstStyle/>
          <a:p>
            <a:endParaRPr lang="en-ID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7011123" y="6839744"/>
            <a:ext cx="3074987" cy="3074988"/>
          </a:xfrm>
        </p:spPr>
        <p:txBody>
          <a:bodyPr/>
          <a:lstStyle/>
          <a:p>
            <a:endParaRPr lang="en-ID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0530178" y="6839744"/>
            <a:ext cx="3074987" cy="3074988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3463347" y="6839744"/>
            <a:ext cx="11277600" cy="6839744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" y="6539345"/>
            <a:ext cx="2798618" cy="5568950"/>
          </a:xfrm>
        </p:spPr>
        <p:txBody>
          <a:bodyPr/>
          <a:lstStyle/>
          <a:p>
            <a:endParaRPr lang="en-ID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16735570" y="3103563"/>
            <a:ext cx="6595485" cy="7951787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9005888" y="11083925"/>
            <a:ext cx="9115425" cy="2595563"/>
          </a:xfrm>
        </p:spPr>
        <p:txBody>
          <a:bodyPr/>
          <a:lstStyle/>
          <a:p>
            <a:endParaRPr lang="en-ID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2854037" y="3104140"/>
            <a:ext cx="3380942" cy="5153169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3574184" y="6839744"/>
            <a:ext cx="6013161" cy="5047456"/>
          </a:xfrm>
        </p:spPr>
        <p:txBody>
          <a:bodyPr/>
          <a:lstStyle/>
          <a:p>
            <a:endParaRPr lang="en-ID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14629822" y="2937597"/>
            <a:ext cx="7592868" cy="3325091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246332" y="2378869"/>
            <a:ext cx="10002838" cy="8921750"/>
          </a:xfrm>
        </p:spPr>
        <p:txBody>
          <a:bodyPr/>
          <a:lstStyle/>
          <a:p>
            <a:endParaRPr lang="en-ID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11249169" y="11300619"/>
            <a:ext cx="9586985" cy="2378869"/>
          </a:xfrm>
        </p:spPr>
        <p:txBody>
          <a:bodyPr/>
          <a:lstStyle/>
          <a:p>
            <a:endParaRPr lang="en-ID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0223933" y="3713162"/>
            <a:ext cx="5376862" cy="9966325"/>
          </a:xfrm>
        </p:spPr>
        <p:txBody>
          <a:bodyPr/>
          <a:lstStyle/>
          <a:p>
            <a:endParaRPr lang="en-ID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0" y="7841674"/>
            <a:ext cx="2743198" cy="3878984"/>
          </a:xfrm>
        </p:spPr>
        <p:txBody>
          <a:bodyPr/>
          <a:lstStyle/>
          <a:p>
            <a:endParaRPr lang="en-ID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21736052" y="1773670"/>
            <a:ext cx="2743198" cy="3878984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350169" y="2881313"/>
            <a:ext cx="21778912" cy="5016500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2660650" y="2743200"/>
            <a:ext cx="4376738" cy="4378325"/>
          </a:xfrm>
        </p:spPr>
        <p:txBody>
          <a:bodyPr/>
          <a:lstStyle/>
          <a:p>
            <a:endParaRPr lang="en-ID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5505376" y="4932362"/>
            <a:ext cx="4997090" cy="4997090"/>
          </a:xfrm>
          <a:custGeom>
            <a:avLst/>
            <a:gdLst>
              <a:gd name="connsiteX0" fmla="*/ 3144982 w 6289964"/>
              <a:gd name="connsiteY0" fmla="*/ 0 h 6289964"/>
              <a:gd name="connsiteX1" fmla="*/ 6289964 w 6289964"/>
              <a:gd name="connsiteY1" fmla="*/ 3144982 h 6289964"/>
              <a:gd name="connsiteX2" fmla="*/ 3144982 w 6289964"/>
              <a:gd name="connsiteY2" fmla="*/ 6289964 h 6289964"/>
              <a:gd name="connsiteX3" fmla="*/ 0 w 6289964"/>
              <a:gd name="connsiteY3" fmla="*/ 3144982 h 6289964"/>
              <a:gd name="connsiteX4" fmla="*/ 3144982 w 6289964"/>
              <a:gd name="connsiteY4" fmla="*/ 0 h 628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9964" h="6289964">
                <a:moveTo>
                  <a:pt x="3144982" y="0"/>
                </a:moveTo>
                <a:cubicBezTo>
                  <a:pt x="4881908" y="0"/>
                  <a:pt x="6289964" y="1408056"/>
                  <a:pt x="6289964" y="3144982"/>
                </a:cubicBezTo>
                <a:cubicBezTo>
                  <a:pt x="6289964" y="4881908"/>
                  <a:pt x="4881908" y="6289964"/>
                  <a:pt x="3144982" y="6289964"/>
                </a:cubicBezTo>
                <a:cubicBezTo>
                  <a:pt x="1408056" y="6289964"/>
                  <a:pt x="0" y="4881908"/>
                  <a:pt x="0" y="3144982"/>
                </a:cubicBezTo>
                <a:cubicBezTo>
                  <a:pt x="0" y="1408056"/>
                  <a:pt x="1408056" y="0"/>
                  <a:pt x="314498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3637202" y="3251778"/>
            <a:ext cx="10842048" cy="7175932"/>
          </a:xfrm>
        </p:spPr>
        <p:txBody>
          <a:bodyPr/>
          <a:lstStyle/>
          <a:p>
            <a:endParaRPr lang="en-ID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12239625" y="9116290"/>
            <a:ext cx="8237393" cy="3371345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3435350" y="3214688"/>
            <a:ext cx="8804275" cy="4432300"/>
          </a:xfrm>
        </p:spPr>
        <p:txBody>
          <a:bodyPr/>
          <a:lstStyle/>
          <a:p>
            <a:endParaRPr lang="en-ID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12239625" y="6839744"/>
            <a:ext cx="8804275" cy="4432300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3962400" y="0"/>
            <a:ext cx="8728075" cy="11388725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274763" y="1625600"/>
            <a:ext cx="17068800" cy="10418763"/>
          </a:xfrm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15941334" y="2703849"/>
            <a:ext cx="3949622" cy="8271792"/>
          </a:xfrm>
          <a:custGeom>
            <a:avLst/>
            <a:gdLst>
              <a:gd name="connsiteX0" fmla="*/ 536990 w 3949622"/>
              <a:gd name="connsiteY0" fmla="*/ 0 h 8271792"/>
              <a:gd name="connsiteX1" fmla="*/ 3412630 w 3949622"/>
              <a:gd name="connsiteY1" fmla="*/ 0 h 8271792"/>
              <a:gd name="connsiteX2" fmla="*/ 3949622 w 3949622"/>
              <a:gd name="connsiteY2" fmla="*/ 530828 h 8271792"/>
              <a:gd name="connsiteX3" fmla="*/ 3949622 w 3949622"/>
              <a:gd name="connsiteY3" fmla="*/ 7740964 h 8271792"/>
              <a:gd name="connsiteX4" fmla="*/ 3412630 w 3949622"/>
              <a:gd name="connsiteY4" fmla="*/ 8271792 h 8271792"/>
              <a:gd name="connsiteX5" fmla="*/ 536990 w 3949622"/>
              <a:gd name="connsiteY5" fmla="*/ 8271792 h 8271792"/>
              <a:gd name="connsiteX6" fmla="*/ 0 w 3949622"/>
              <a:gd name="connsiteY6" fmla="*/ 7740964 h 8271792"/>
              <a:gd name="connsiteX7" fmla="*/ 0 w 3949622"/>
              <a:gd name="connsiteY7" fmla="*/ 530828 h 8271792"/>
              <a:gd name="connsiteX8" fmla="*/ 536990 w 3949622"/>
              <a:gd name="connsiteY8" fmla="*/ 0 h 8271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49622" h="8271792">
                <a:moveTo>
                  <a:pt x="536990" y="0"/>
                </a:moveTo>
                <a:lnTo>
                  <a:pt x="3412630" y="0"/>
                </a:lnTo>
                <a:cubicBezTo>
                  <a:pt x="3709202" y="0"/>
                  <a:pt x="3949622" y="237660"/>
                  <a:pt x="3949622" y="530828"/>
                </a:cubicBezTo>
                <a:lnTo>
                  <a:pt x="3949622" y="7740964"/>
                </a:lnTo>
                <a:cubicBezTo>
                  <a:pt x="3949622" y="8034133"/>
                  <a:pt x="3709202" y="8271792"/>
                  <a:pt x="3412630" y="8271792"/>
                </a:cubicBezTo>
                <a:lnTo>
                  <a:pt x="536990" y="8271792"/>
                </a:lnTo>
                <a:cubicBezTo>
                  <a:pt x="240419" y="8271792"/>
                  <a:pt x="0" y="8034133"/>
                  <a:pt x="0" y="7740964"/>
                </a:cubicBezTo>
                <a:lnTo>
                  <a:pt x="0" y="530828"/>
                </a:lnTo>
                <a:cubicBezTo>
                  <a:pt x="0" y="237660"/>
                  <a:pt x="240419" y="0"/>
                  <a:pt x="53699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3304680" y="4040478"/>
            <a:ext cx="8069443" cy="5598533"/>
          </a:xfrm>
          <a:custGeom>
            <a:avLst/>
            <a:gdLst>
              <a:gd name="connsiteX0" fmla="*/ 517843 w 8069443"/>
              <a:gd name="connsiteY0" fmla="*/ 0 h 5598533"/>
              <a:gd name="connsiteX1" fmla="*/ 7551600 w 8069443"/>
              <a:gd name="connsiteY1" fmla="*/ 0 h 5598533"/>
              <a:gd name="connsiteX2" fmla="*/ 8069443 w 8069443"/>
              <a:gd name="connsiteY2" fmla="*/ 761176 h 5598533"/>
              <a:gd name="connsiteX3" fmla="*/ 8069443 w 8069443"/>
              <a:gd name="connsiteY3" fmla="*/ 4837357 h 5598533"/>
              <a:gd name="connsiteX4" fmla="*/ 7551600 w 8069443"/>
              <a:gd name="connsiteY4" fmla="*/ 5598533 h 5598533"/>
              <a:gd name="connsiteX5" fmla="*/ 517843 w 8069443"/>
              <a:gd name="connsiteY5" fmla="*/ 5598533 h 5598533"/>
              <a:gd name="connsiteX6" fmla="*/ 0 w 8069443"/>
              <a:gd name="connsiteY6" fmla="*/ 4837357 h 5598533"/>
              <a:gd name="connsiteX7" fmla="*/ 0 w 8069443"/>
              <a:gd name="connsiteY7" fmla="*/ 761176 h 5598533"/>
              <a:gd name="connsiteX8" fmla="*/ 517843 w 8069443"/>
              <a:gd name="connsiteY8" fmla="*/ 0 h 5598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69443" h="5598533">
                <a:moveTo>
                  <a:pt x="517843" y="0"/>
                </a:moveTo>
                <a:lnTo>
                  <a:pt x="7551600" y="0"/>
                </a:lnTo>
                <a:cubicBezTo>
                  <a:pt x="7837597" y="0"/>
                  <a:pt x="8069443" y="340790"/>
                  <a:pt x="8069443" y="761176"/>
                </a:cubicBezTo>
                <a:lnTo>
                  <a:pt x="8069443" y="4837357"/>
                </a:lnTo>
                <a:cubicBezTo>
                  <a:pt x="8069443" y="5257743"/>
                  <a:pt x="7837597" y="5598533"/>
                  <a:pt x="7551600" y="5598533"/>
                </a:cubicBezTo>
                <a:lnTo>
                  <a:pt x="517843" y="5598533"/>
                </a:lnTo>
                <a:cubicBezTo>
                  <a:pt x="231846" y="5598533"/>
                  <a:pt x="0" y="5257743"/>
                  <a:pt x="0" y="4837357"/>
                </a:cubicBezTo>
                <a:lnTo>
                  <a:pt x="0" y="761176"/>
                </a:lnTo>
                <a:cubicBezTo>
                  <a:pt x="0" y="340790"/>
                  <a:pt x="231846" y="0"/>
                  <a:pt x="51784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1"/>
          <p:cNvPicPr/>
          <p:nvPr userDrawn="1">
            <p:custDataLst>
              <p:tags r:id="rId2"/>
            </p:custDataLst>
          </p:nvPr>
        </p:nvPicPr>
        <p:blipFill>
          <a:blip r:embed="rId3"/>
          <a:srcRect b="1380"/>
          <a:stretch>
            <a:fillRect/>
          </a:stretch>
        </p:blipFill>
        <p:spPr>
          <a:xfrm>
            <a:off x="82756" y="317"/>
            <a:ext cx="24313737" cy="1367853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578738" y="5524867"/>
            <a:ext cx="15676582" cy="1925217"/>
          </a:xfrm>
        </p:spPr>
        <p:txBody>
          <a:bodyPr vert="horz" wrap="square" lIns="101600" tIns="38100" rIns="76200" bIns="38100" rtlCol="0" anchor="t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kumimoji="0" lang="zh-CN" altLang="en-US" sz="8575" b="1" i="0" u="none" strike="noStrike" cap="none" spc="350" normalizeH="0" baseline="0" noProof="1" dirty="0">
                <a:solidFill>
                  <a:schemeClr val="lt1"/>
                </a:solidFill>
                <a:uFillTx/>
                <a:latin typeface="+mj-ea"/>
                <a:ea typeface="+mj-ea"/>
                <a:cs typeface="+mn-cs"/>
              </a:defRPr>
            </a:lvl1pPr>
          </a:lstStyle>
          <a:p>
            <a:pPr marL="0" marR="0" lvl="0" fontAlgn="auto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612936" y="7766479"/>
            <a:ext cx="15636004" cy="1869736"/>
          </a:xfrm>
        </p:spPr>
        <p:txBody>
          <a:bodyPr vert="horz" wrap="square" lIns="101600" tIns="0" rIns="82550" bIns="0" rtlCol="0" anchor="t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kumimoji="0" lang="zh-CN" altLang="en-US" sz="2790" b="0" i="0" u="none" strike="noStrike" cap="none" spc="20" normalizeH="0" baseline="0" noProof="1" dirty="0">
                <a:solidFill>
                  <a:schemeClr val="lt1"/>
                </a:solidFill>
                <a:uFillTx/>
                <a:latin typeface="+mj-ea"/>
                <a:ea typeface="+mj-ea"/>
              </a:defRPr>
            </a:lvl1pPr>
          </a:lstStyle>
          <a:p>
            <a:pPr marL="57150" marR="0" lvl="0" indent="-285750" fontAlgn="auto">
              <a:lnSpc>
                <a:spcPct val="133000"/>
              </a:lnSpc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17255321" y="12678564"/>
            <a:ext cx="5471668" cy="728290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8" name="年号占位符 8"/>
          <p:cNvSpPr>
            <a:spLocks noGrp="1"/>
          </p:cNvSpPr>
          <p:nvPr>
            <p:ph type="body" sz="quarter" idx="15" hasCustomPrompt="1"/>
            <p:custDataLst>
              <p:tags r:id="rId9"/>
            </p:custDataLst>
          </p:nvPr>
        </p:nvSpPr>
        <p:spPr>
          <a:xfrm>
            <a:off x="1578738" y="808084"/>
            <a:ext cx="15676584" cy="4564790"/>
          </a:xfrm>
        </p:spPr>
        <p:txBody>
          <a:bodyPr vert="horz" wrap="square" lIns="101600" tIns="0" rIns="82550" bIns="0" rtlCol="0" anchor="b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kumimoji="0" lang="zh-CN" altLang="en-US" sz="11965" b="1" i="0" u="none" strike="noStrike" cap="none" spc="56" normalizeH="0" baseline="0" noProof="1" dirty="0">
                <a:solidFill>
                  <a:schemeClr val="lt1"/>
                </a:solidFill>
                <a:uFillTx/>
                <a:latin typeface="+mn-ea"/>
                <a:ea typeface="+mn-ea"/>
              </a:defRPr>
            </a:lvl1pPr>
          </a:lstStyle>
          <a:p>
            <a:pPr marL="628650" marR="0" lvl="0" indent="-857250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lang="zh-CN" altLang="en-US" dirty="0"/>
              <a:t>年号</a:t>
            </a:r>
            <a:endParaRPr lang="zh-CN" altLang="en-US" dirty="0"/>
          </a:p>
        </p:txBody>
      </p:sp>
      <p:pic>
        <p:nvPicPr>
          <p:cNvPr id="15" name="图片 14" descr="2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/>
          <a:srcRect l="12438" b="8417"/>
          <a:stretch>
            <a:fillRect/>
          </a:stretch>
        </p:blipFill>
        <p:spPr>
          <a:xfrm>
            <a:off x="840317" y="10444300"/>
            <a:ext cx="5350028" cy="2962554"/>
          </a:xfrm>
          <a:prstGeom prst="rect">
            <a:avLst/>
          </a:prstGeom>
        </p:spPr>
      </p:pic>
      <p:pic>
        <p:nvPicPr>
          <p:cNvPr id="16" name="图片 15" descr="3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 rotWithShape="1">
          <a:blip r:embed="rId13"/>
          <a:srcRect t="6558" r="9907"/>
          <a:stretch>
            <a:fillRect/>
          </a:stretch>
        </p:blipFill>
        <p:spPr>
          <a:xfrm>
            <a:off x="12637334" y="808084"/>
            <a:ext cx="10596291" cy="1147519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4" Type="http://schemas.openxmlformats.org/officeDocument/2006/relationships/theme" Target="../theme/theme1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82949" y="728307"/>
            <a:ext cx="21113353" cy="2644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2949" y="3641531"/>
            <a:ext cx="21113353" cy="8679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82949" y="12678860"/>
            <a:ext cx="5507831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B5872-06F0-469B-917F-42848E9658BB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08752" y="12678860"/>
            <a:ext cx="8261747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88470" y="12678860"/>
            <a:ext cx="5507831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36D49-5F42-491A-A162-230F2F8021A6}" type="slidenum">
              <a:rPr lang="en-ID" smtClean="0"/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txStyles>
    <p:titleStyle>
      <a:lvl1pPr algn="l" defTabSz="1823720" rtl="0" eaLnBrk="1" latinLnBrk="0" hangingPunct="1">
        <a:lnSpc>
          <a:spcPct val="90000"/>
        </a:lnSpc>
        <a:spcBef>
          <a:spcPct val="0"/>
        </a:spcBef>
        <a:buNone/>
        <a:defRPr sz="87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5930" indent="-455930" algn="l" defTabSz="1823720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5585" kern="1200">
          <a:solidFill>
            <a:schemeClr val="tx1"/>
          </a:solidFill>
          <a:latin typeface="+mn-lt"/>
          <a:ea typeface="+mn-ea"/>
          <a:cs typeface="+mn-cs"/>
        </a:defRPr>
      </a:lvl1pPr>
      <a:lvl2pPr marL="1367790" indent="-455930" algn="l" defTabSz="1823720" rtl="0" eaLnBrk="1" latinLnBrk="0" hangingPunct="1">
        <a:lnSpc>
          <a:spcPct val="90000"/>
        </a:lnSpc>
        <a:spcBef>
          <a:spcPts val="995"/>
        </a:spcBef>
        <a:buFont typeface="Arial" panose="020B0604020202020204" pitchFamily="34" charset="0"/>
        <a:buChar char="•"/>
        <a:defRPr sz="4785" kern="1200">
          <a:solidFill>
            <a:schemeClr val="tx1"/>
          </a:solidFill>
          <a:latin typeface="+mn-lt"/>
          <a:ea typeface="+mn-ea"/>
          <a:cs typeface="+mn-cs"/>
        </a:defRPr>
      </a:lvl2pPr>
      <a:lvl3pPr marL="2279650" indent="-455930" algn="l" defTabSz="1823720" rtl="0" eaLnBrk="1" latinLnBrk="0" hangingPunct="1">
        <a:lnSpc>
          <a:spcPct val="90000"/>
        </a:lnSpc>
        <a:spcBef>
          <a:spcPts val="995"/>
        </a:spcBef>
        <a:buFont typeface="Arial" panose="020B0604020202020204" pitchFamily="34" charset="0"/>
        <a:buChar char="•"/>
        <a:defRPr sz="3990" kern="1200">
          <a:solidFill>
            <a:schemeClr val="tx1"/>
          </a:solidFill>
          <a:latin typeface="+mn-lt"/>
          <a:ea typeface="+mn-ea"/>
          <a:cs typeface="+mn-cs"/>
        </a:defRPr>
      </a:lvl3pPr>
      <a:lvl4pPr marL="3192145" indent="-455930" algn="l" defTabSz="1823720" rtl="0" eaLnBrk="1" latinLnBrk="0" hangingPunct="1">
        <a:lnSpc>
          <a:spcPct val="90000"/>
        </a:lnSpc>
        <a:spcBef>
          <a:spcPts val="995"/>
        </a:spcBef>
        <a:buFont typeface="Arial" panose="020B0604020202020204" pitchFamily="34" charset="0"/>
        <a:buChar char="•"/>
        <a:defRPr sz="3590" kern="1200">
          <a:solidFill>
            <a:schemeClr val="tx1"/>
          </a:solidFill>
          <a:latin typeface="+mn-lt"/>
          <a:ea typeface="+mn-ea"/>
          <a:cs typeface="+mn-cs"/>
        </a:defRPr>
      </a:lvl4pPr>
      <a:lvl5pPr marL="4104005" indent="-455930" algn="l" defTabSz="1823720" rtl="0" eaLnBrk="1" latinLnBrk="0" hangingPunct="1">
        <a:lnSpc>
          <a:spcPct val="90000"/>
        </a:lnSpc>
        <a:spcBef>
          <a:spcPts val="995"/>
        </a:spcBef>
        <a:buFont typeface="Arial" panose="020B0604020202020204" pitchFamily="34" charset="0"/>
        <a:buChar char="•"/>
        <a:defRPr sz="3590" kern="1200">
          <a:solidFill>
            <a:schemeClr val="tx1"/>
          </a:solidFill>
          <a:latin typeface="+mn-lt"/>
          <a:ea typeface="+mn-ea"/>
          <a:cs typeface="+mn-cs"/>
        </a:defRPr>
      </a:lvl5pPr>
      <a:lvl6pPr marL="5015865" indent="-455930" algn="l" defTabSz="1823720" rtl="0" eaLnBrk="1" latinLnBrk="0" hangingPunct="1">
        <a:lnSpc>
          <a:spcPct val="90000"/>
        </a:lnSpc>
        <a:spcBef>
          <a:spcPts val="995"/>
        </a:spcBef>
        <a:buFont typeface="Arial" panose="020B0604020202020204" pitchFamily="34" charset="0"/>
        <a:buChar char="•"/>
        <a:defRPr sz="3590" kern="1200">
          <a:solidFill>
            <a:schemeClr val="tx1"/>
          </a:solidFill>
          <a:latin typeface="+mn-lt"/>
          <a:ea typeface="+mn-ea"/>
          <a:cs typeface="+mn-cs"/>
        </a:defRPr>
      </a:lvl6pPr>
      <a:lvl7pPr marL="5927725" indent="-455930" algn="l" defTabSz="1823720" rtl="0" eaLnBrk="1" latinLnBrk="0" hangingPunct="1">
        <a:lnSpc>
          <a:spcPct val="90000"/>
        </a:lnSpc>
        <a:spcBef>
          <a:spcPts val="995"/>
        </a:spcBef>
        <a:buFont typeface="Arial" panose="020B0604020202020204" pitchFamily="34" charset="0"/>
        <a:buChar char="•"/>
        <a:defRPr sz="3590" kern="1200">
          <a:solidFill>
            <a:schemeClr val="tx1"/>
          </a:solidFill>
          <a:latin typeface="+mn-lt"/>
          <a:ea typeface="+mn-ea"/>
          <a:cs typeface="+mn-cs"/>
        </a:defRPr>
      </a:lvl7pPr>
      <a:lvl8pPr marL="6839585" indent="-455930" algn="l" defTabSz="1823720" rtl="0" eaLnBrk="1" latinLnBrk="0" hangingPunct="1">
        <a:lnSpc>
          <a:spcPct val="90000"/>
        </a:lnSpc>
        <a:spcBef>
          <a:spcPts val="995"/>
        </a:spcBef>
        <a:buFont typeface="Arial" panose="020B0604020202020204" pitchFamily="34" charset="0"/>
        <a:buChar char="•"/>
        <a:defRPr sz="3590" kern="1200">
          <a:solidFill>
            <a:schemeClr val="tx1"/>
          </a:solidFill>
          <a:latin typeface="+mn-lt"/>
          <a:ea typeface="+mn-ea"/>
          <a:cs typeface="+mn-cs"/>
        </a:defRPr>
      </a:lvl8pPr>
      <a:lvl9pPr marL="7752080" indent="-455930" algn="l" defTabSz="1823720" rtl="0" eaLnBrk="1" latinLnBrk="0" hangingPunct="1">
        <a:lnSpc>
          <a:spcPct val="90000"/>
        </a:lnSpc>
        <a:spcBef>
          <a:spcPts val="995"/>
        </a:spcBef>
        <a:buFont typeface="Arial" panose="020B0604020202020204" pitchFamily="34" charset="0"/>
        <a:buChar char="•"/>
        <a:defRPr sz="35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3720" rtl="0" eaLnBrk="1" latinLnBrk="0" hangingPunct="1">
        <a:defRPr sz="3590" kern="1200">
          <a:solidFill>
            <a:schemeClr val="tx1"/>
          </a:solidFill>
          <a:latin typeface="+mn-lt"/>
          <a:ea typeface="+mn-ea"/>
          <a:cs typeface="+mn-cs"/>
        </a:defRPr>
      </a:lvl1pPr>
      <a:lvl2pPr marL="911860" algn="l" defTabSz="1823720" rtl="0" eaLnBrk="1" latinLnBrk="0" hangingPunct="1">
        <a:defRPr sz="3590" kern="1200">
          <a:solidFill>
            <a:schemeClr val="tx1"/>
          </a:solidFill>
          <a:latin typeface="+mn-lt"/>
          <a:ea typeface="+mn-ea"/>
          <a:cs typeface="+mn-cs"/>
        </a:defRPr>
      </a:lvl2pPr>
      <a:lvl3pPr marL="1823720" algn="l" defTabSz="1823720" rtl="0" eaLnBrk="1" latinLnBrk="0" hangingPunct="1">
        <a:defRPr sz="3590" kern="1200">
          <a:solidFill>
            <a:schemeClr val="tx1"/>
          </a:solidFill>
          <a:latin typeface="+mn-lt"/>
          <a:ea typeface="+mn-ea"/>
          <a:cs typeface="+mn-cs"/>
        </a:defRPr>
      </a:lvl3pPr>
      <a:lvl4pPr marL="2736215" algn="l" defTabSz="1823720" rtl="0" eaLnBrk="1" latinLnBrk="0" hangingPunct="1">
        <a:defRPr sz="3590" kern="1200">
          <a:solidFill>
            <a:schemeClr val="tx1"/>
          </a:solidFill>
          <a:latin typeface="+mn-lt"/>
          <a:ea typeface="+mn-ea"/>
          <a:cs typeface="+mn-cs"/>
        </a:defRPr>
      </a:lvl4pPr>
      <a:lvl5pPr marL="3648075" algn="l" defTabSz="1823720" rtl="0" eaLnBrk="1" latinLnBrk="0" hangingPunct="1">
        <a:defRPr sz="3590" kern="1200">
          <a:solidFill>
            <a:schemeClr val="tx1"/>
          </a:solidFill>
          <a:latin typeface="+mn-lt"/>
          <a:ea typeface="+mn-ea"/>
          <a:cs typeface="+mn-cs"/>
        </a:defRPr>
      </a:lvl5pPr>
      <a:lvl6pPr marL="4559935" algn="l" defTabSz="1823720" rtl="0" eaLnBrk="1" latinLnBrk="0" hangingPunct="1">
        <a:defRPr sz="3590" kern="1200">
          <a:solidFill>
            <a:schemeClr val="tx1"/>
          </a:solidFill>
          <a:latin typeface="+mn-lt"/>
          <a:ea typeface="+mn-ea"/>
          <a:cs typeface="+mn-cs"/>
        </a:defRPr>
      </a:lvl6pPr>
      <a:lvl7pPr marL="5471795" algn="l" defTabSz="1823720" rtl="0" eaLnBrk="1" latinLnBrk="0" hangingPunct="1">
        <a:defRPr sz="3590" kern="1200">
          <a:solidFill>
            <a:schemeClr val="tx1"/>
          </a:solidFill>
          <a:latin typeface="+mn-lt"/>
          <a:ea typeface="+mn-ea"/>
          <a:cs typeface="+mn-cs"/>
        </a:defRPr>
      </a:lvl7pPr>
      <a:lvl8pPr marL="6383655" algn="l" defTabSz="1823720" rtl="0" eaLnBrk="1" latinLnBrk="0" hangingPunct="1">
        <a:defRPr sz="3590" kern="1200">
          <a:solidFill>
            <a:schemeClr val="tx1"/>
          </a:solidFill>
          <a:latin typeface="+mn-lt"/>
          <a:ea typeface="+mn-ea"/>
          <a:cs typeface="+mn-cs"/>
        </a:defRPr>
      </a:lvl8pPr>
      <a:lvl9pPr marL="7295515" algn="l" defTabSz="1823720" rtl="0" eaLnBrk="1" latinLnBrk="0" hangingPunct="1">
        <a:defRPr sz="35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1.pn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1.png"/><Relationship Id="rId7" Type="http://schemas.openxmlformats.org/officeDocument/2006/relationships/image" Target="../media/image12.pn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3.pn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14.jpe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1.pn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1.png"/><Relationship Id="rId7" Type="http://schemas.openxmlformats.org/officeDocument/2006/relationships/image" Target="../media/image12.pn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3.pn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7.jpe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jpe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14.jpe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1.pn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1.png"/><Relationship Id="rId7" Type="http://schemas.openxmlformats.org/officeDocument/2006/relationships/image" Target="../media/image12.pn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3.pn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7.jpe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jpe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14.jpe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1.pn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1.png"/><Relationship Id="rId7" Type="http://schemas.openxmlformats.org/officeDocument/2006/relationships/image" Target="../media/image12.pn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3.pn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7.jpe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jpe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6.png"/><Relationship Id="rId2" Type="http://schemas.openxmlformats.org/officeDocument/2006/relationships/image" Target="../media/image18.jpe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14.jpeg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1.pn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1.png"/><Relationship Id="rId7" Type="http://schemas.openxmlformats.org/officeDocument/2006/relationships/image" Target="../media/image12.pn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3.pn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7.jpe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jpeg"/><Relationship Id="rId1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14.jpe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9"/>
          <p:cNvSpPr/>
          <p:nvPr/>
        </p:nvSpPr>
        <p:spPr>
          <a:xfrm>
            <a:off x="17612360" y="1423670"/>
            <a:ext cx="5725795" cy="6145530"/>
          </a:xfrm>
          <a:custGeom>
            <a:avLst/>
            <a:gdLst>
              <a:gd name="connsiteX0" fmla="*/ 193226 w 2299605"/>
              <a:gd name="connsiteY0" fmla="*/ 2084459 h 2910652"/>
              <a:gd name="connsiteX1" fmla="*/ 398103 w 2299605"/>
              <a:gd name="connsiteY1" fmla="*/ 2484563 h 2910652"/>
              <a:gd name="connsiteX2" fmla="*/ 1251757 w 2299605"/>
              <a:gd name="connsiteY2" fmla="*/ 2779259 h 2910652"/>
              <a:gd name="connsiteX3" fmla="*/ 2195972 w 2299605"/>
              <a:gd name="connsiteY3" fmla="*/ 1371844 h 2910652"/>
              <a:gd name="connsiteX4" fmla="*/ 396619 w 2299605"/>
              <a:gd name="connsiteY4" fmla="*/ 570152 h 2910652"/>
              <a:gd name="connsiteX5" fmla="*/ 193226 w 2299605"/>
              <a:gd name="connsiteY5" fmla="*/ 2084459 h 291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605" h="2910652">
                <a:moveTo>
                  <a:pt x="193226" y="2084459"/>
                </a:moveTo>
                <a:cubicBezTo>
                  <a:pt x="278592" y="2210651"/>
                  <a:pt x="361730" y="2336844"/>
                  <a:pt x="398103" y="2484563"/>
                </a:cubicBezTo>
                <a:cubicBezTo>
                  <a:pt x="469365" y="2778516"/>
                  <a:pt x="674242" y="3095482"/>
                  <a:pt x="1251757" y="2779259"/>
                </a:cubicBezTo>
                <a:cubicBezTo>
                  <a:pt x="2195972" y="2262613"/>
                  <a:pt x="1604353" y="2068871"/>
                  <a:pt x="2195972" y="1371844"/>
                </a:cubicBezTo>
                <a:cubicBezTo>
                  <a:pt x="2694802" y="783936"/>
                  <a:pt x="1277738" y="-861759"/>
                  <a:pt x="396619" y="570152"/>
                </a:cubicBezTo>
                <a:cubicBezTo>
                  <a:pt x="131615" y="1000690"/>
                  <a:pt x="-227662" y="1461663"/>
                  <a:pt x="193226" y="2084459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D"/>
          </a:p>
        </p:txBody>
      </p:sp>
      <p:sp>
        <p:nvSpPr>
          <p:cNvPr id="55" name="Title 1"/>
          <p:cNvSpPr txBox="1"/>
          <p:nvPr/>
        </p:nvSpPr>
        <p:spPr>
          <a:xfrm>
            <a:off x="397510" y="3820795"/>
            <a:ext cx="10904220" cy="3980815"/>
          </a:xfrm>
          <a:prstGeom prst="rect">
            <a:avLst/>
          </a:prstGeom>
        </p:spPr>
        <p:txBody>
          <a:bodyPr>
            <a:normAutofit fontScale="8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600" dirty="0">
                <a:ln>
                  <a:solidFill>
                    <a:schemeClr val="bg1">
                      <a:lumMod val="90000"/>
                    </a:schemeClr>
                  </a:solidFill>
                </a:ln>
                <a:noFill/>
                <a:latin typeface="Arial" panose="020B0604020202020204" pitchFamily="34" charset="0"/>
                <a:ea typeface="汉仪正圆 55简" panose="00020600040101010101" charset="-122"/>
                <a:cs typeface="Poppins SemiBold" panose="00000700000000000000" pitchFamily="2" charset="0"/>
              </a:rPr>
              <a:t>YOER</a:t>
            </a:r>
            <a:endParaRPr lang="en-US" sz="16600" dirty="0">
              <a:ln>
                <a:solidFill>
                  <a:schemeClr val="bg1">
                    <a:lumMod val="90000"/>
                  </a:schemeClr>
                </a:solidFill>
              </a:ln>
              <a:noFill/>
              <a:latin typeface="Arial" panose="020B0604020202020204" pitchFamily="34" charset="0"/>
              <a:ea typeface="汉仪正圆 55简" panose="00020600040101010101" charset="-122"/>
              <a:cs typeface="Poppins SemiBold" panose="00000700000000000000" pitchFamily="2" charset="0"/>
            </a:endParaRPr>
          </a:p>
          <a:p>
            <a:r>
              <a:rPr lang="en-US" sz="16600" dirty="0">
                <a:ln>
                  <a:solidFill>
                    <a:schemeClr val="bg1">
                      <a:lumMod val="90000"/>
                    </a:schemeClr>
                  </a:solidFill>
                </a:ln>
                <a:noFill/>
                <a:latin typeface="Arial" panose="020B0604020202020204" pitchFamily="34" charset="0"/>
                <a:ea typeface="汉仪正圆 55简" panose="00020600040101010101" charset="-122"/>
                <a:cs typeface="Poppins SemiBold" panose="00000700000000000000" pitchFamily="2" charset="0"/>
              </a:rPr>
              <a:t>EDUCATION</a:t>
            </a:r>
            <a:endParaRPr lang="en-US" sz="16600" dirty="0">
              <a:ln>
                <a:solidFill>
                  <a:schemeClr val="bg1">
                    <a:lumMod val="90000"/>
                  </a:schemeClr>
                </a:solidFill>
              </a:ln>
              <a:noFill/>
              <a:latin typeface="Arial" panose="020B0604020202020204" pitchFamily="34" charset="0"/>
              <a:ea typeface="汉仪正圆 55简" panose="00020600040101010101" charset="-122"/>
              <a:cs typeface="Poppins SemiBold" panose="00000700000000000000" pitchFamily="2" charset="0"/>
            </a:endParaRPr>
          </a:p>
        </p:txBody>
      </p:sp>
      <p:sp>
        <p:nvSpPr>
          <p:cNvPr id="13" name="Graphic 11"/>
          <p:cNvSpPr/>
          <p:nvPr/>
        </p:nvSpPr>
        <p:spPr>
          <a:xfrm>
            <a:off x="11569065" y="1423670"/>
            <a:ext cx="12106910" cy="11014075"/>
          </a:xfrm>
          <a:custGeom>
            <a:avLst/>
            <a:gdLst>
              <a:gd name="connsiteX0" fmla="*/ 833585 w 6324872"/>
              <a:gd name="connsiteY0" fmla="*/ 1508446 h 5912213"/>
              <a:gd name="connsiteX1" fmla="*/ 1405298 w 6324872"/>
              <a:gd name="connsiteY1" fmla="*/ 1018727 h 5912213"/>
              <a:gd name="connsiteX2" fmla="*/ 4252630 w 6324872"/>
              <a:gd name="connsiteY2" fmla="*/ 326831 h 5912213"/>
              <a:gd name="connsiteX3" fmla="*/ 6292375 w 6324872"/>
              <a:gd name="connsiteY3" fmla="*/ 2806875 h 5912213"/>
              <a:gd name="connsiteX4" fmla="*/ 1880414 w 6324872"/>
              <a:gd name="connsiteY4" fmla="*/ 5179090 h 5912213"/>
              <a:gd name="connsiteX5" fmla="*/ 833585 w 6324872"/>
              <a:gd name="connsiteY5" fmla="*/ 1508446 h 5912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24872" h="5912213">
                <a:moveTo>
                  <a:pt x="833585" y="1508446"/>
                </a:moveTo>
                <a:cubicBezTo>
                  <a:pt x="1036885" y="1360183"/>
                  <a:pt x="1231200" y="1199564"/>
                  <a:pt x="1405298" y="1018727"/>
                </a:cubicBezTo>
                <a:cubicBezTo>
                  <a:pt x="1899509" y="508791"/>
                  <a:pt x="3124929" y="-529053"/>
                  <a:pt x="4252630" y="326831"/>
                </a:cubicBezTo>
                <a:cubicBezTo>
                  <a:pt x="5708307" y="1432068"/>
                  <a:pt x="6499045" y="1432068"/>
                  <a:pt x="6292375" y="2806875"/>
                </a:cubicBezTo>
                <a:cubicBezTo>
                  <a:pt x="6085705" y="4181681"/>
                  <a:pt x="4414371" y="7335649"/>
                  <a:pt x="1880414" y="5179090"/>
                </a:cubicBezTo>
                <a:cubicBezTo>
                  <a:pt x="-449119" y="3196628"/>
                  <a:pt x="-386219" y="2399150"/>
                  <a:pt x="833585" y="1508446"/>
                </a:cubicBezTo>
                <a:close/>
              </a:path>
            </a:pathLst>
          </a:custGeom>
          <a:solidFill>
            <a:schemeClr val="accent1"/>
          </a:solidFill>
          <a:ln w="112259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7" name="TextBox 46"/>
          <p:cNvSpPr txBox="1"/>
          <p:nvPr/>
        </p:nvSpPr>
        <p:spPr>
          <a:xfrm>
            <a:off x="1113422" y="872571"/>
            <a:ext cx="14490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Arial" panose="020B0604020202020204" pitchFamily="34" charset="0"/>
                <a:cs typeface="Poppins" panose="02000000000000000000" charset="0"/>
              </a:rPr>
              <a:t>400-108-1087</a:t>
            </a:r>
            <a:endParaRPr lang="en-US" sz="1600" dirty="0">
              <a:latin typeface="Arial" panose="020B0604020202020204" pitchFamily="34" charset="0"/>
              <a:cs typeface="Poppins" panose="02000000000000000000" charset="0"/>
            </a:endParaRPr>
          </a:p>
        </p:txBody>
      </p:sp>
      <p:sp>
        <p:nvSpPr>
          <p:cNvPr id="54" name="Graphic 52"/>
          <p:cNvSpPr/>
          <p:nvPr/>
        </p:nvSpPr>
        <p:spPr>
          <a:xfrm>
            <a:off x="-44620" y="4399180"/>
            <a:ext cx="16614656" cy="9324886"/>
          </a:xfrm>
          <a:custGeom>
            <a:avLst/>
            <a:gdLst>
              <a:gd name="connsiteX0" fmla="*/ 9879109 w 9879108"/>
              <a:gd name="connsiteY0" fmla="*/ 5544597 h 5544596"/>
              <a:gd name="connsiteX1" fmla="*/ 9729661 w 9879108"/>
              <a:gd name="connsiteY1" fmla="*/ 5511926 h 5544596"/>
              <a:gd name="connsiteX2" fmla="*/ 9472677 w 9879108"/>
              <a:gd name="connsiteY2" fmla="*/ 5414295 h 5544596"/>
              <a:gd name="connsiteX3" fmla="*/ 9233694 w 9879108"/>
              <a:gd name="connsiteY3" fmla="*/ 5278183 h 5544596"/>
              <a:gd name="connsiteX4" fmla="*/ 8797640 w 9879108"/>
              <a:gd name="connsiteY4" fmla="*/ 4946236 h 5544596"/>
              <a:gd name="connsiteX5" fmla="*/ 8378064 w 9879108"/>
              <a:gd name="connsiteY5" fmla="*/ 4602003 h 5544596"/>
              <a:gd name="connsiteX6" fmla="*/ 8159465 w 9879108"/>
              <a:gd name="connsiteY6" fmla="*/ 4446746 h 5544596"/>
              <a:gd name="connsiteX7" fmla="*/ 7931055 w 9879108"/>
              <a:gd name="connsiteY7" fmla="*/ 4309967 h 5544596"/>
              <a:gd name="connsiteX8" fmla="*/ 7720458 w 9879108"/>
              <a:gd name="connsiteY8" fmla="*/ 4198334 h 5544596"/>
              <a:gd name="connsiteX9" fmla="*/ 7550722 w 9879108"/>
              <a:gd name="connsiteY9" fmla="*/ 4115942 h 5544596"/>
              <a:gd name="connsiteX10" fmla="*/ 7034182 w 9879108"/>
              <a:gd name="connsiteY10" fmla="*/ 3887056 h 5544596"/>
              <a:gd name="connsiteX11" fmla="*/ 6929407 w 9879108"/>
              <a:gd name="connsiteY11" fmla="*/ 3844099 h 5544596"/>
              <a:gd name="connsiteX12" fmla="*/ 6824156 w 9879108"/>
              <a:gd name="connsiteY12" fmla="*/ 3801808 h 5544596"/>
              <a:gd name="connsiteX13" fmla="*/ 6445727 w 9879108"/>
              <a:gd name="connsiteY13" fmla="*/ 3657314 h 5544596"/>
              <a:gd name="connsiteX14" fmla="*/ 6073586 w 9879108"/>
              <a:gd name="connsiteY14" fmla="*/ 3529297 h 5544596"/>
              <a:gd name="connsiteX15" fmla="*/ 5315871 w 9879108"/>
              <a:gd name="connsiteY15" fmla="*/ 3302603 h 5544596"/>
              <a:gd name="connsiteX16" fmla="*/ 5217764 w 9879108"/>
              <a:gd name="connsiteY16" fmla="*/ 3276599 h 5544596"/>
              <a:gd name="connsiteX17" fmla="*/ 5119181 w 9879108"/>
              <a:gd name="connsiteY17" fmla="*/ 3251453 h 5544596"/>
              <a:gd name="connsiteX18" fmla="*/ 4882675 w 9879108"/>
              <a:gd name="connsiteY18" fmla="*/ 3192208 h 5544596"/>
              <a:gd name="connsiteX19" fmla="*/ 4540156 w 9879108"/>
              <a:gd name="connsiteY19" fmla="*/ 3104864 h 5544596"/>
              <a:gd name="connsiteX20" fmla="*/ 4128199 w 9879108"/>
              <a:gd name="connsiteY20" fmla="*/ 2981324 h 5544596"/>
              <a:gd name="connsiteX21" fmla="*/ 4019329 w 9879108"/>
              <a:gd name="connsiteY21" fmla="*/ 2942557 h 5544596"/>
              <a:gd name="connsiteX22" fmla="*/ 3909791 w 9879108"/>
              <a:gd name="connsiteY22" fmla="*/ 2899409 h 5544596"/>
              <a:gd name="connsiteX23" fmla="*/ 3691668 w 9879108"/>
              <a:gd name="connsiteY23" fmla="*/ 2800730 h 5544596"/>
              <a:gd name="connsiteX24" fmla="*/ 3283237 w 9879108"/>
              <a:gd name="connsiteY24" fmla="*/ 2560129 h 5544596"/>
              <a:gd name="connsiteX25" fmla="*/ 2934622 w 9879108"/>
              <a:gd name="connsiteY25" fmla="*/ 2297048 h 5544596"/>
              <a:gd name="connsiteX26" fmla="*/ 2476850 w 9879108"/>
              <a:gd name="connsiteY26" fmla="*/ 1879377 h 5544596"/>
              <a:gd name="connsiteX27" fmla="*/ 2336356 w 9879108"/>
              <a:gd name="connsiteY27" fmla="*/ 1737645 h 5544596"/>
              <a:gd name="connsiteX28" fmla="*/ 2180527 w 9879108"/>
              <a:gd name="connsiteY28" fmla="*/ 1576196 h 5544596"/>
              <a:gd name="connsiteX29" fmla="*/ 1883443 w 9879108"/>
              <a:gd name="connsiteY29" fmla="*/ 1263300 h 5544596"/>
              <a:gd name="connsiteX30" fmla="*/ 1584548 w 9879108"/>
              <a:gd name="connsiteY30" fmla="*/ 955357 h 5544596"/>
              <a:gd name="connsiteX31" fmla="*/ 1426338 w 9879108"/>
              <a:gd name="connsiteY31" fmla="*/ 800290 h 5544596"/>
              <a:gd name="connsiteX32" fmla="*/ 1228980 w 9879108"/>
              <a:gd name="connsiteY32" fmla="*/ 620934 h 5544596"/>
              <a:gd name="connsiteX33" fmla="*/ 1035527 w 9879108"/>
              <a:gd name="connsiteY33" fmla="*/ 468629 h 5544596"/>
              <a:gd name="connsiteX34" fmla="*/ 836550 w 9879108"/>
              <a:gd name="connsiteY34" fmla="*/ 338041 h 5544596"/>
              <a:gd name="connsiteX35" fmla="*/ 452025 w 9879108"/>
              <a:gd name="connsiteY35" fmla="*/ 166306 h 5544596"/>
              <a:gd name="connsiteX36" fmla="*/ 8732 w 9879108"/>
              <a:gd name="connsiteY36" fmla="*/ 80581 h 5544596"/>
              <a:gd name="connsiteX37" fmla="*/ 636 w 9879108"/>
              <a:gd name="connsiteY37" fmla="*/ 74485 h 5544596"/>
              <a:gd name="connsiteX38" fmla="*/ 6255 w 9879108"/>
              <a:gd name="connsiteY38" fmla="*/ 66293 h 5544596"/>
              <a:gd name="connsiteX39" fmla="*/ 163894 w 9879108"/>
              <a:gd name="connsiteY39" fmla="*/ 8191 h 5544596"/>
              <a:gd name="connsiteX40" fmla="*/ 315723 w 9879108"/>
              <a:gd name="connsiteY40" fmla="*/ 571 h 5544596"/>
              <a:gd name="connsiteX41" fmla="*/ 502889 w 9879108"/>
              <a:gd name="connsiteY41" fmla="*/ 24574 h 5544596"/>
              <a:gd name="connsiteX42" fmla="*/ 927609 w 9879108"/>
              <a:gd name="connsiteY42" fmla="*/ 187832 h 5544596"/>
              <a:gd name="connsiteX43" fmla="*/ 1142017 w 9879108"/>
              <a:gd name="connsiteY43" fmla="*/ 320706 h 5544596"/>
              <a:gd name="connsiteX44" fmla="*/ 1348423 w 9879108"/>
              <a:gd name="connsiteY44" fmla="*/ 477583 h 5544596"/>
              <a:gd name="connsiteX45" fmla="*/ 1557783 w 9879108"/>
              <a:gd name="connsiteY45" fmla="*/ 661987 h 5544596"/>
              <a:gd name="connsiteX46" fmla="*/ 1719708 w 9879108"/>
              <a:gd name="connsiteY46" fmla="*/ 820006 h 5544596"/>
              <a:gd name="connsiteX47" fmla="*/ 2022127 w 9879108"/>
              <a:gd name="connsiteY47" fmla="*/ 1130998 h 5544596"/>
              <a:gd name="connsiteX48" fmla="*/ 2319211 w 9879108"/>
              <a:gd name="connsiteY48" fmla="*/ 1443418 h 5544596"/>
              <a:gd name="connsiteX49" fmla="*/ 2473707 w 9879108"/>
              <a:gd name="connsiteY49" fmla="*/ 1603152 h 5544596"/>
              <a:gd name="connsiteX50" fmla="*/ 2612200 w 9879108"/>
              <a:gd name="connsiteY50" fmla="*/ 1742598 h 5544596"/>
              <a:gd name="connsiteX51" fmla="*/ 3055208 w 9879108"/>
              <a:gd name="connsiteY51" fmla="*/ 2152459 h 5544596"/>
              <a:gd name="connsiteX52" fmla="*/ 3387440 w 9879108"/>
              <a:gd name="connsiteY52" fmla="*/ 2408014 h 5544596"/>
              <a:gd name="connsiteX53" fmla="*/ 3772726 w 9879108"/>
              <a:gd name="connsiteY53" fmla="*/ 2640520 h 5544596"/>
              <a:gd name="connsiteX54" fmla="*/ 4584828 w 9879108"/>
              <a:gd name="connsiteY54" fmla="*/ 2943034 h 5544596"/>
              <a:gd name="connsiteX55" fmla="*/ 4923251 w 9879108"/>
              <a:gd name="connsiteY55" fmla="*/ 3036188 h 5544596"/>
              <a:gd name="connsiteX56" fmla="*/ 5159662 w 9879108"/>
              <a:gd name="connsiteY56" fmla="*/ 3102482 h 5544596"/>
              <a:gd name="connsiteX57" fmla="*/ 5258245 w 9879108"/>
              <a:gd name="connsiteY57" fmla="*/ 3131724 h 5544596"/>
              <a:gd name="connsiteX58" fmla="*/ 5356353 w 9879108"/>
              <a:gd name="connsiteY58" fmla="*/ 3161823 h 5544596"/>
              <a:gd name="connsiteX59" fmla="*/ 6112162 w 9879108"/>
              <a:gd name="connsiteY59" fmla="*/ 3419379 h 5544596"/>
              <a:gd name="connsiteX60" fmla="*/ 6481541 w 9879108"/>
              <a:gd name="connsiteY60" fmla="*/ 3563969 h 5544596"/>
              <a:gd name="connsiteX61" fmla="*/ 6857302 w 9879108"/>
              <a:gd name="connsiteY61" fmla="*/ 3722655 h 5544596"/>
              <a:gd name="connsiteX62" fmla="*/ 6961601 w 9879108"/>
              <a:gd name="connsiteY62" fmla="*/ 3769042 h 5544596"/>
              <a:gd name="connsiteX63" fmla="*/ 7065329 w 9879108"/>
              <a:gd name="connsiteY63" fmla="*/ 3816095 h 5544596"/>
              <a:gd name="connsiteX64" fmla="*/ 7576631 w 9879108"/>
              <a:gd name="connsiteY64" fmla="*/ 4063174 h 5544596"/>
              <a:gd name="connsiteX65" fmla="*/ 7745032 w 9879108"/>
              <a:gd name="connsiteY65" fmla="*/ 4151089 h 5544596"/>
              <a:gd name="connsiteX66" fmla="*/ 7954678 w 9879108"/>
              <a:gd name="connsiteY66" fmla="*/ 4269104 h 5544596"/>
              <a:gd name="connsiteX67" fmla="*/ 8181182 w 9879108"/>
              <a:gd name="connsiteY67" fmla="*/ 4414456 h 5544596"/>
              <a:gd name="connsiteX68" fmla="*/ 8397971 w 9879108"/>
              <a:gd name="connsiteY68" fmla="*/ 4576762 h 5544596"/>
              <a:gd name="connsiteX69" fmla="*/ 8811832 w 9879108"/>
              <a:gd name="connsiteY69" fmla="*/ 4929663 h 5544596"/>
              <a:gd name="connsiteX70" fmla="*/ 9241124 w 9879108"/>
              <a:gd name="connsiteY70" fmla="*/ 5267134 h 5544596"/>
              <a:gd name="connsiteX71" fmla="*/ 9476677 w 9879108"/>
              <a:gd name="connsiteY71" fmla="*/ 5406389 h 5544596"/>
              <a:gd name="connsiteX72" fmla="*/ 9730804 w 9879108"/>
              <a:gd name="connsiteY72" fmla="*/ 5508402 h 5544596"/>
              <a:gd name="connsiteX73" fmla="*/ 9879109 w 9879108"/>
              <a:gd name="connsiteY73" fmla="*/ 5544597 h 554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879108" h="5544596">
                <a:moveTo>
                  <a:pt x="9879109" y="5544597"/>
                </a:moveTo>
                <a:cubicBezTo>
                  <a:pt x="9829007" y="5535834"/>
                  <a:pt x="9778810" y="5526118"/>
                  <a:pt x="9729661" y="5511926"/>
                </a:cubicBezTo>
                <a:cubicBezTo>
                  <a:pt x="9641364" y="5487257"/>
                  <a:pt x="9555163" y="5454396"/>
                  <a:pt x="9472677" y="5414295"/>
                </a:cubicBezTo>
                <a:cubicBezTo>
                  <a:pt x="9390000" y="5374385"/>
                  <a:pt x="9310466" y="5328189"/>
                  <a:pt x="9233694" y="5278183"/>
                </a:cubicBezTo>
                <a:cubicBezTo>
                  <a:pt x="9079866" y="5178075"/>
                  <a:pt x="8937467" y="5062537"/>
                  <a:pt x="8797640" y="4946236"/>
                </a:cubicBezTo>
                <a:cubicBezTo>
                  <a:pt x="8657813" y="4829651"/>
                  <a:pt x="8520653" y="4711159"/>
                  <a:pt x="8378064" y="4602003"/>
                </a:cubicBezTo>
                <a:cubicBezTo>
                  <a:pt x="8306817" y="4547330"/>
                  <a:pt x="8234141" y="4495323"/>
                  <a:pt x="8159465" y="4446746"/>
                </a:cubicBezTo>
                <a:cubicBezTo>
                  <a:pt x="8084789" y="4398168"/>
                  <a:pt x="8008399" y="4352924"/>
                  <a:pt x="7931055" y="4309967"/>
                </a:cubicBezTo>
                <a:cubicBezTo>
                  <a:pt x="7861618" y="4270914"/>
                  <a:pt x="7791419" y="4233957"/>
                  <a:pt x="7720458" y="4198334"/>
                </a:cubicBezTo>
                <a:cubicBezTo>
                  <a:pt x="7664546" y="4170330"/>
                  <a:pt x="7607872" y="4142898"/>
                  <a:pt x="7550722" y="4115942"/>
                </a:cubicBezTo>
                <a:cubicBezTo>
                  <a:pt x="7379177" y="4035647"/>
                  <a:pt x="7204965" y="3958208"/>
                  <a:pt x="7034182" y="3887056"/>
                </a:cubicBezTo>
                <a:cubicBezTo>
                  <a:pt x="6999320" y="3872769"/>
                  <a:pt x="6964363" y="3858386"/>
                  <a:pt x="6929407" y="3844099"/>
                </a:cubicBezTo>
                <a:cubicBezTo>
                  <a:pt x="6894545" y="3829621"/>
                  <a:pt x="6859398" y="3815619"/>
                  <a:pt x="6824156" y="3801808"/>
                </a:cubicBezTo>
                <a:cubicBezTo>
                  <a:pt x="6696235" y="3749897"/>
                  <a:pt x="6570219" y="3702938"/>
                  <a:pt x="6445727" y="3657314"/>
                </a:cubicBezTo>
                <a:cubicBezTo>
                  <a:pt x="6320950" y="3612546"/>
                  <a:pt x="6197505" y="3569588"/>
                  <a:pt x="6073586" y="3529297"/>
                </a:cubicBezTo>
                <a:cubicBezTo>
                  <a:pt x="5825936" y="3448049"/>
                  <a:pt x="5577333" y="3373849"/>
                  <a:pt x="5315871" y="3302603"/>
                </a:cubicBezTo>
                <a:cubicBezTo>
                  <a:pt x="5283201" y="3293935"/>
                  <a:pt x="5250530" y="3284981"/>
                  <a:pt x="5217764" y="3276599"/>
                </a:cubicBezTo>
                <a:cubicBezTo>
                  <a:pt x="5184903" y="3268217"/>
                  <a:pt x="5152137" y="3259835"/>
                  <a:pt x="5119181" y="3251453"/>
                </a:cubicBezTo>
                <a:cubicBezTo>
                  <a:pt x="5061745" y="3236594"/>
                  <a:pt x="4981068" y="3216687"/>
                  <a:pt x="4882675" y="3192208"/>
                </a:cubicBezTo>
                <a:cubicBezTo>
                  <a:pt x="4784282" y="3167729"/>
                  <a:pt x="4668172" y="3138963"/>
                  <a:pt x="4540156" y="3104864"/>
                </a:cubicBezTo>
                <a:cubicBezTo>
                  <a:pt x="4412235" y="3070764"/>
                  <a:pt x="4272408" y="3030759"/>
                  <a:pt x="4128199" y="2981324"/>
                </a:cubicBezTo>
                <a:cubicBezTo>
                  <a:pt x="4092004" y="2969418"/>
                  <a:pt x="4055905" y="2955607"/>
                  <a:pt x="4019329" y="2942557"/>
                </a:cubicBezTo>
                <a:cubicBezTo>
                  <a:pt x="3983038" y="2928365"/>
                  <a:pt x="3946176" y="2914935"/>
                  <a:pt x="3909791" y="2899409"/>
                </a:cubicBezTo>
                <a:cubicBezTo>
                  <a:pt x="3836353" y="2870072"/>
                  <a:pt x="3763773" y="2835782"/>
                  <a:pt x="3691668" y="2800730"/>
                </a:cubicBezTo>
                <a:cubicBezTo>
                  <a:pt x="3548413" y="2728816"/>
                  <a:pt x="3410586" y="2646425"/>
                  <a:pt x="3283237" y="2560129"/>
                </a:cubicBezTo>
                <a:cubicBezTo>
                  <a:pt x="3155697" y="2473928"/>
                  <a:pt x="3039016" y="2383250"/>
                  <a:pt x="2934622" y="2297048"/>
                </a:cubicBezTo>
                <a:cubicBezTo>
                  <a:pt x="2726119" y="2124074"/>
                  <a:pt x="2567433" y="1968340"/>
                  <a:pt x="2476850" y="1879377"/>
                </a:cubicBezTo>
                <a:cubicBezTo>
                  <a:pt x="2430082" y="1833085"/>
                  <a:pt x="2383219" y="1785746"/>
                  <a:pt x="2336356" y="1737645"/>
                </a:cubicBezTo>
                <a:cubicBezTo>
                  <a:pt x="2324545" y="1725643"/>
                  <a:pt x="2264252" y="1663636"/>
                  <a:pt x="2180527" y="1576196"/>
                </a:cubicBezTo>
                <a:cubicBezTo>
                  <a:pt x="2097374" y="1488661"/>
                  <a:pt x="1990408" y="1375981"/>
                  <a:pt x="1883443" y="1263300"/>
                </a:cubicBezTo>
                <a:cubicBezTo>
                  <a:pt x="1776667" y="1151000"/>
                  <a:pt x="1669225" y="1040034"/>
                  <a:pt x="1584548" y="955357"/>
                </a:cubicBezTo>
                <a:cubicBezTo>
                  <a:pt x="1499871" y="870775"/>
                  <a:pt x="1438244" y="811624"/>
                  <a:pt x="1426338" y="800290"/>
                </a:cubicBezTo>
                <a:cubicBezTo>
                  <a:pt x="1362425" y="738853"/>
                  <a:pt x="1296607" y="678465"/>
                  <a:pt x="1228980" y="620934"/>
                </a:cubicBezTo>
                <a:cubicBezTo>
                  <a:pt x="1166019" y="567594"/>
                  <a:pt x="1101250" y="516349"/>
                  <a:pt x="1035527" y="468629"/>
                </a:cubicBezTo>
                <a:cubicBezTo>
                  <a:pt x="969804" y="421099"/>
                  <a:pt x="903034" y="377189"/>
                  <a:pt x="836550" y="338041"/>
                </a:cubicBezTo>
                <a:cubicBezTo>
                  <a:pt x="703676" y="259555"/>
                  <a:pt x="571088" y="201643"/>
                  <a:pt x="452025" y="166306"/>
                </a:cubicBezTo>
                <a:cubicBezTo>
                  <a:pt x="213138" y="94106"/>
                  <a:pt x="33783" y="112489"/>
                  <a:pt x="8732" y="80581"/>
                </a:cubicBezTo>
                <a:cubicBezTo>
                  <a:pt x="2350" y="79152"/>
                  <a:pt x="-317" y="77056"/>
                  <a:pt x="636" y="74485"/>
                </a:cubicBezTo>
                <a:cubicBezTo>
                  <a:pt x="-1079" y="72389"/>
                  <a:pt x="636" y="69627"/>
                  <a:pt x="6255" y="66293"/>
                </a:cubicBezTo>
                <a:cubicBezTo>
                  <a:pt x="22638" y="46100"/>
                  <a:pt x="77026" y="20764"/>
                  <a:pt x="163894" y="8191"/>
                </a:cubicBezTo>
                <a:cubicBezTo>
                  <a:pt x="207233" y="1999"/>
                  <a:pt x="258382" y="-1430"/>
                  <a:pt x="315723" y="571"/>
                </a:cubicBezTo>
                <a:cubicBezTo>
                  <a:pt x="372873" y="2857"/>
                  <a:pt x="436119" y="10381"/>
                  <a:pt x="502889" y="24574"/>
                </a:cubicBezTo>
                <a:cubicBezTo>
                  <a:pt x="636620" y="52577"/>
                  <a:pt x="783400" y="108775"/>
                  <a:pt x="927609" y="187832"/>
                </a:cubicBezTo>
                <a:cubicBezTo>
                  <a:pt x="999808" y="227170"/>
                  <a:pt x="1071627" y="271938"/>
                  <a:pt x="1142017" y="320706"/>
                </a:cubicBezTo>
                <a:cubicBezTo>
                  <a:pt x="1212311" y="369569"/>
                  <a:pt x="1281367" y="422338"/>
                  <a:pt x="1348423" y="477583"/>
                </a:cubicBezTo>
                <a:cubicBezTo>
                  <a:pt x="1420908" y="536733"/>
                  <a:pt x="1490536" y="598741"/>
                  <a:pt x="1557783" y="661987"/>
                </a:cubicBezTo>
                <a:cubicBezTo>
                  <a:pt x="1570546" y="673893"/>
                  <a:pt x="1633411" y="733996"/>
                  <a:pt x="1719708" y="820006"/>
                </a:cubicBezTo>
                <a:cubicBezTo>
                  <a:pt x="1806004" y="906017"/>
                  <a:pt x="1914780" y="1018222"/>
                  <a:pt x="2022127" y="1130998"/>
                </a:cubicBezTo>
                <a:cubicBezTo>
                  <a:pt x="2129187" y="1243488"/>
                  <a:pt x="2236153" y="1356073"/>
                  <a:pt x="2319211" y="1443418"/>
                </a:cubicBezTo>
                <a:cubicBezTo>
                  <a:pt x="2402365" y="1530190"/>
                  <a:pt x="2461991" y="1591436"/>
                  <a:pt x="2473707" y="1603152"/>
                </a:cubicBezTo>
                <a:cubicBezTo>
                  <a:pt x="2520189" y="1650491"/>
                  <a:pt x="2566290" y="1697068"/>
                  <a:pt x="2612200" y="1742598"/>
                </a:cubicBezTo>
                <a:cubicBezTo>
                  <a:pt x="2700878" y="1830323"/>
                  <a:pt x="2855278" y="1983771"/>
                  <a:pt x="3055208" y="2152459"/>
                </a:cubicBezTo>
                <a:cubicBezTo>
                  <a:pt x="3155221" y="2236564"/>
                  <a:pt x="3266568" y="2324576"/>
                  <a:pt x="3387440" y="2408014"/>
                </a:cubicBezTo>
                <a:cubicBezTo>
                  <a:pt x="3508217" y="2491549"/>
                  <a:pt x="3638138" y="2570987"/>
                  <a:pt x="3772726" y="2640520"/>
                </a:cubicBezTo>
                <a:cubicBezTo>
                  <a:pt x="4041808" y="2778918"/>
                  <a:pt x="4334130" y="2871977"/>
                  <a:pt x="4584828" y="2943034"/>
                </a:cubicBezTo>
                <a:cubicBezTo>
                  <a:pt x="4710272" y="2978753"/>
                  <a:pt x="4825334" y="3009423"/>
                  <a:pt x="4923251" y="3036188"/>
                </a:cubicBezTo>
                <a:cubicBezTo>
                  <a:pt x="5021168" y="3062954"/>
                  <a:pt x="5102130" y="3085242"/>
                  <a:pt x="5159662" y="3102482"/>
                </a:cubicBezTo>
                <a:cubicBezTo>
                  <a:pt x="5192618" y="3112198"/>
                  <a:pt x="5225479" y="3121913"/>
                  <a:pt x="5258245" y="3131724"/>
                </a:cubicBezTo>
                <a:cubicBezTo>
                  <a:pt x="5291107" y="3141439"/>
                  <a:pt x="5323682" y="3151822"/>
                  <a:pt x="5356353" y="3161823"/>
                </a:cubicBezTo>
                <a:cubicBezTo>
                  <a:pt x="5618481" y="3241166"/>
                  <a:pt x="5866131" y="3326796"/>
                  <a:pt x="6112162" y="3419379"/>
                </a:cubicBezTo>
                <a:cubicBezTo>
                  <a:pt x="6235320" y="3465385"/>
                  <a:pt x="6357716" y="3513962"/>
                  <a:pt x="6481541" y="3563969"/>
                </a:cubicBezTo>
                <a:cubicBezTo>
                  <a:pt x="6604985" y="3614832"/>
                  <a:pt x="6730144" y="3666648"/>
                  <a:pt x="6857302" y="3722655"/>
                </a:cubicBezTo>
                <a:cubicBezTo>
                  <a:pt x="6892259" y="3737895"/>
                  <a:pt x="6927025" y="3753230"/>
                  <a:pt x="6961601" y="3769042"/>
                </a:cubicBezTo>
                <a:cubicBezTo>
                  <a:pt x="6996177" y="3784758"/>
                  <a:pt x="7030753" y="3800379"/>
                  <a:pt x="7065329" y="3816095"/>
                </a:cubicBezTo>
                <a:cubicBezTo>
                  <a:pt x="7234397" y="3893724"/>
                  <a:pt x="7406704" y="3977258"/>
                  <a:pt x="7576631" y="4063174"/>
                </a:cubicBezTo>
                <a:cubicBezTo>
                  <a:pt x="7633209" y="4092034"/>
                  <a:pt x="7689406" y="4121276"/>
                  <a:pt x="7745032" y="4151089"/>
                </a:cubicBezTo>
                <a:cubicBezTo>
                  <a:pt x="7815518" y="4188999"/>
                  <a:pt x="7885431" y="4228052"/>
                  <a:pt x="7954678" y="4269104"/>
                </a:cubicBezTo>
                <a:cubicBezTo>
                  <a:pt x="8031259" y="4315110"/>
                  <a:pt x="8107078" y="4363211"/>
                  <a:pt x="8181182" y="4414456"/>
                </a:cubicBezTo>
                <a:cubicBezTo>
                  <a:pt x="8255287" y="4465605"/>
                  <a:pt x="8327486" y="4520183"/>
                  <a:pt x="8397971" y="4576762"/>
                </a:cubicBezTo>
                <a:cubicBezTo>
                  <a:pt x="8539036" y="4689919"/>
                  <a:pt x="8674196" y="4810982"/>
                  <a:pt x="8811832" y="4929663"/>
                </a:cubicBezTo>
                <a:cubicBezTo>
                  <a:pt x="8949564" y="5048154"/>
                  <a:pt x="9089676" y="5165217"/>
                  <a:pt x="9241124" y="5267134"/>
                </a:cubicBezTo>
                <a:cubicBezTo>
                  <a:pt x="9316753" y="5318093"/>
                  <a:pt x="9395143" y="5365242"/>
                  <a:pt x="9476677" y="5406389"/>
                </a:cubicBezTo>
                <a:cubicBezTo>
                  <a:pt x="9558116" y="5447728"/>
                  <a:pt x="9643269" y="5482018"/>
                  <a:pt x="9730804" y="5508402"/>
                </a:cubicBezTo>
                <a:cubicBezTo>
                  <a:pt x="9779477" y="5523547"/>
                  <a:pt x="9829197" y="5534596"/>
                  <a:pt x="9879109" y="5544597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5" name="Title 1"/>
          <p:cNvSpPr txBox="1"/>
          <p:nvPr/>
        </p:nvSpPr>
        <p:spPr>
          <a:xfrm>
            <a:off x="580390" y="5593080"/>
            <a:ext cx="12099290" cy="3025775"/>
          </a:xfrm>
          <a:prstGeom prst="rect">
            <a:avLst/>
          </a:prstGeom>
        </p:spPr>
        <p:txBody>
          <a:bodyPr>
            <a:normAutofit fontScale="6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5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 </a:t>
            </a:r>
            <a:r>
              <a:rPr lang="zh-CN" altLang="en-US" sz="2166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城市飞行棋</a:t>
            </a:r>
            <a:r>
              <a:rPr lang="en-US" altLang="zh-CN" sz="2166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--1</a:t>
            </a:r>
            <a:endParaRPr lang="en-US" altLang="zh-CN" sz="21665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778533" y="872218"/>
            <a:ext cx="171894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Arial" panose="020B0604020202020204" pitchFamily="34" charset="0"/>
                <a:ea typeface="汉仪正圆 55简" panose="00020600040101010101" charset="-122"/>
                <a:cs typeface="Poppins" panose="02000000000000000000" charset="0"/>
              </a:rPr>
              <a:t>www.yoercn.com</a:t>
            </a:r>
            <a:endParaRPr lang="en-US" sz="1600" dirty="0">
              <a:latin typeface="Arial" panose="020B0604020202020204" pitchFamily="34" charset="0"/>
              <a:ea typeface="汉仪正圆 55简" panose="00020600040101010101" charset="-122"/>
              <a:cs typeface="Poppins" panose="02000000000000000000" charset="0"/>
            </a:endParaRPr>
          </a:p>
        </p:txBody>
      </p:sp>
      <p:sp>
        <p:nvSpPr>
          <p:cNvPr id="65" name="Freeform: Shape 64"/>
          <p:cNvSpPr/>
          <p:nvPr/>
        </p:nvSpPr>
        <p:spPr>
          <a:xfrm>
            <a:off x="22688760" y="12559300"/>
            <a:ext cx="174860" cy="291945"/>
          </a:xfrm>
          <a:custGeom>
            <a:avLst/>
            <a:gdLst>
              <a:gd name="connsiteX0" fmla="*/ 160924 w 323916"/>
              <a:gd name="connsiteY0" fmla="*/ 19 h 540808"/>
              <a:gd name="connsiteX1" fmla="*/ 190490 w 323916"/>
              <a:gd name="connsiteY1" fmla="*/ 27567 h 540808"/>
              <a:gd name="connsiteX2" fmla="*/ 190490 w 323916"/>
              <a:gd name="connsiteY2" fmla="*/ 443264 h 540808"/>
              <a:gd name="connsiteX3" fmla="*/ 275084 w 323916"/>
              <a:gd name="connsiteY3" fmla="*/ 358670 h 540808"/>
              <a:gd name="connsiteX4" fmla="*/ 316842 w 323916"/>
              <a:gd name="connsiteY4" fmla="*/ 357323 h 540808"/>
              <a:gd name="connsiteX5" fmla="*/ 323847 w 323916"/>
              <a:gd name="connsiteY5" fmla="*/ 378876 h 540808"/>
              <a:gd name="connsiteX6" fmla="*/ 315495 w 323916"/>
              <a:gd name="connsiteY6" fmla="*/ 399081 h 540808"/>
              <a:gd name="connsiteX7" fmla="*/ 182138 w 323916"/>
              <a:gd name="connsiteY7" fmla="*/ 532438 h 540808"/>
              <a:gd name="connsiteX8" fmla="*/ 141727 w 323916"/>
              <a:gd name="connsiteY8" fmla="*/ 532438 h 540808"/>
              <a:gd name="connsiteX9" fmla="*/ 8370 w 323916"/>
              <a:gd name="connsiteY9" fmla="*/ 399081 h 540808"/>
              <a:gd name="connsiteX10" fmla="*/ 8370 w 323916"/>
              <a:gd name="connsiteY10" fmla="*/ 358670 h 540808"/>
              <a:gd name="connsiteX11" fmla="*/ 48781 w 323916"/>
              <a:gd name="connsiteY11" fmla="*/ 358670 h 540808"/>
              <a:gd name="connsiteX12" fmla="*/ 133375 w 323916"/>
              <a:gd name="connsiteY12" fmla="*/ 443264 h 540808"/>
              <a:gd name="connsiteX13" fmla="*/ 133375 w 323916"/>
              <a:gd name="connsiteY13" fmla="*/ 27567 h 540808"/>
              <a:gd name="connsiteX14" fmla="*/ 160924 w 323916"/>
              <a:gd name="connsiteY14" fmla="*/ 19 h 540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3916" h="540808">
                <a:moveTo>
                  <a:pt x="160924" y="19"/>
                </a:moveTo>
                <a:cubicBezTo>
                  <a:pt x="176696" y="-538"/>
                  <a:pt x="189933" y="11796"/>
                  <a:pt x="190490" y="27567"/>
                </a:cubicBezTo>
                <a:lnTo>
                  <a:pt x="190490" y="443264"/>
                </a:lnTo>
                <a:lnTo>
                  <a:pt x="275084" y="358670"/>
                </a:lnTo>
                <a:cubicBezTo>
                  <a:pt x="286396" y="347110"/>
                  <a:pt x="304808" y="346515"/>
                  <a:pt x="316842" y="357323"/>
                </a:cubicBezTo>
                <a:cubicBezTo>
                  <a:pt x="321869" y="363334"/>
                  <a:pt x="324378" y="371057"/>
                  <a:pt x="323847" y="378876"/>
                </a:cubicBezTo>
                <a:cubicBezTo>
                  <a:pt x="323851" y="386452"/>
                  <a:pt x="320847" y="393719"/>
                  <a:pt x="315495" y="399081"/>
                </a:cubicBezTo>
                <a:lnTo>
                  <a:pt x="182138" y="532438"/>
                </a:lnTo>
                <a:cubicBezTo>
                  <a:pt x="170979" y="543598"/>
                  <a:pt x="152887" y="543598"/>
                  <a:pt x="141727" y="532438"/>
                </a:cubicBezTo>
                <a:lnTo>
                  <a:pt x="8370" y="399081"/>
                </a:lnTo>
                <a:cubicBezTo>
                  <a:pt x="-2789" y="387922"/>
                  <a:pt x="-2789" y="369830"/>
                  <a:pt x="8370" y="358670"/>
                </a:cubicBezTo>
                <a:cubicBezTo>
                  <a:pt x="19530" y="347511"/>
                  <a:pt x="37622" y="347511"/>
                  <a:pt x="48781" y="358670"/>
                </a:cubicBezTo>
                <a:lnTo>
                  <a:pt x="133375" y="443264"/>
                </a:lnTo>
                <a:lnTo>
                  <a:pt x="133375" y="27567"/>
                </a:lnTo>
                <a:cubicBezTo>
                  <a:pt x="133904" y="12578"/>
                  <a:pt x="145934" y="548"/>
                  <a:pt x="160924" y="1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2" name="图片 1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0" y="12437745"/>
            <a:ext cx="6013450" cy="508000"/>
          </a:xfrm>
          <a:prstGeom prst="rect">
            <a:avLst/>
          </a:prstGeom>
        </p:spPr>
      </p:pic>
      <p:pic>
        <p:nvPicPr>
          <p:cNvPr id="4" name="图片 3" descr="优尔教育-LOGO-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0035" y="1209040"/>
            <a:ext cx="10156825" cy="10156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sp>
        <p:nvSpPr>
          <p:cNvPr id="14" name="Title 1"/>
          <p:cNvSpPr txBox="1"/>
          <p:nvPr/>
        </p:nvSpPr>
        <p:spPr>
          <a:xfrm>
            <a:off x="1014730" y="635000"/>
            <a:ext cx="9559925" cy="278955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0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</a:t>
            </a:r>
            <a:r>
              <a:rPr lang="zh-CN" altLang="en-US" sz="10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学具组成</a:t>
            </a:r>
            <a:endParaRPr lang="zh-CN" altLang="en-US" sz="10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615" y="635000"/>
            <a:ext cx="12332970" cy="1233297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5341620" y="9466580"/>
            <a:ext cx="3729990" cy="2200275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184910" y="9352915"/>
            <a:ext cx="3694430" cy="2128520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5392420" y="6609080"/>
            <a:ext cx="3804285" cy="216662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184910" y="6438900"/>
            <a:ext cx="3743325" cy="22021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rcRect l="38325" t="28589" r="41193" b="38154"/>
          <a:stretch>
            <a:fillRect/>
          </a:stretch>
        </p:blipFill>
        <p:spPr>
          <a:xfrm flipH="1">
            <a:off x="3010535" y="1982470"/>
            <a:ext cx="3847465" cy="4281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sp>
        <p:nvSpPr>
          <p:cNvPr id="14" name="Title 1"/>
          <p:cNvSpPr txBox="1"/>
          <p:nvPr/>
        </p:nvSpPr>
        <p:spPr>
          <a:xfrm>
            <a:off x="441325" y="310515"/>
            <a:ext cx="6178550" cy="311404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0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</a:t>
            </a:r>
            <a:r>
              <a:rPr lang="zh-CN" altLang="en-US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游戏规则</a:t>
            </a:r>
            <a:endParaRPr lang="zh-CN" altLang="en-US" sz="8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0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7766685" y="11778615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7766685" y="11044555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8973185" y="11922760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8998585" y="11014075"/>
            <a:ext cx="1544955" cy="908685"/>
          </a:xfrm>
          <a:prstGeom prst="rect">
            <a:avLst/>
          </a:prstGeom>
        </p:spPr>
      </p:pic>
      <p:pic>
        <p:nvPicPr>
          <p:cNvPr id="3" name="图片 2" descr="格米贴纸拆分-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14540" y="9375775"/>
            <a:ext cx="4576445" cy="45764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rcRect l="38325" t="28589" r="41193" b="38154"/>
          <a:stretch>
            <a:fillRect/>
          </a:stretch>
        </p:blipFill>
        <p:spPr>
          <a:xfrm flipH="1">
            <a:off x="1804670" y="3424555"/>
            <a:ext cx="3847465" cy="428180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160145" y="8768080"/>
            <a:ext cx="5257165" cy="1745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骰子掷到数字</a:t>
            </a:r>
            <a:r>
              <a:rPr lang="en-US" altLang="zh-CN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4</a:t>
            </a:r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，</a:t>
            </a:r>
            <a:endParaRPr lang="en-US" altLang="zh-CN" sz="6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  <a:p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小车向前走</a:t>
            </a:r>
            <a:r>
              <a:rPr lang="en-US" altLang="zh-CN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4</a:t>
            </a:r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步。</a:t>
            </a:r>
            <a:endParaRPr lang="zh-CN" altLang="en-US" sz="6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02853 -0.389518 " pathEditMode="relative" rAng="0" ptsTypes="">
                                      <p:cBhvr>
                                        <p:cTn id="2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" y="-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sp>
        <p:nvSpPr>
          <p:cNvPr id="14" name="Title 1"/>
          <p:cNvSpPr txBox="1"/>
          <p:nvPr/>
        </p:nvSpPr>
        <p:spPr>
          <a:xfrm>
            <a:off x="441325" y="310515"/>
            <a:ext cx="6178550" cy="311404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0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</a:t>
            </a:r>
            <a:r>
              <a:rPr lang="zh-CN" altLang="en-US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游戏规则</a:t>
            </a:r>
            <a:endParaRPr lang="zh-CN" altLang="en-US" sz="8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0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14989175" y="4203065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8478500" y="7094855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18432780" y="11305540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8478500" y="2853690"/>
            <a:ext cx="1544955" cy="90868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1665" y="5111115"/>
            <a:ext cx="6126480" cy="2347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66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最先到达终点的小汽车获得游戏的胜利</a:t>
            </a:r>
            <a:endParaRPr lang="zh-CN" sz="66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pic>
        <p:nvPicPr>
          <p:cNvPr id="5" name="图片 4" descr="格米贴纸拆分-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43545" y="10076180"/>
            <a:ext cx="3602990" cy="3602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Graphic 17"/>
          <p:cNvSpPr/>
          <p:nvPr/>
        </p:nvSpPr>
        <p:spPr>
          <a:xfrm rot="6300000" flipV="1">
            <a:off x="4634560" y="5186325"/>
            <a:ext cx="6892971" cy="6844723"/>
          </a:xfrm>
          <a:custGeom>
            <a:avLst/>
            <a:gdLst>
              <a:gd name="connsiteX0" fmla="*/ 3626068 w 3626068"/>
              <a:gd name="connsiteY0" fmla="*/ 3592691 h 3600687"/>
              <a:gd name="connsiteX1" fmla="*/ 3551202 w 3626068"/>
              <a:gd name="connsiteY1" fmla="*/ 3598882 h 3600687"/>
              <a:gd name="connsiteX2" fmla="*/ 3020850 w 3626068"/>
              <a:gd name="connsiteY2" fmla="*/ 3519158 h 3600687"/>
              <a:gd name="connsiteX3" fmla="*/ 2552125 w 3626068"/>
              <a:gd name="connsiteY3" fmla="*/ 3269317 h 3600687"/>
              <a:gd name="connsiteX4" fmla="*/ 2459065 w 3626068"/>
              <a:gd name="connsiteY4" fmla="*/ 3196165 h 3600687"/>
              <a:gd name="connsiteX5" fmla="*/ 2423537 w 3626068"/>
              <a:gd name="connsiteY5" fmla="*/ 3165875 h 3600687"/>
              <a:gd name="connsiteX6" fmla="*/ 2388580 w 3626068"/>
              <a:gd name="connsiteY6" fmla="*/ 3134538 h 3600687"/>
              <a:gd name="connsiteX7" fmla="*/ 2288187 w 3626068"/>
              <a:gd name="connsiteY7" fmla="*/ 3035573 h 3600687"/>
              <a:gd name="connsiteX8" fmla="*/ 2264374 w 3626068"/>
              <a:gd name="connsiteY8" fmla="*/ 3009856 h 3600687"/>
              <a:gd name="connsiteX9" fmla="*/ 2241038 w 3626068"/>
              <a:gd name="connsiteY9" fmla="*/ 2983757 h 3600687"/>
              <a:gd name="connsiteX10" fmla="*/ 2195985 w 3626068"/>
              <a:gd name="connsiteY10" fmla="*/ 2931084 h 3600687"/>
              <a:gd name="connsiteX11" fmla="*/ 2160742 w 3626068"/>
              <a:gd name="connsiteY11" fmla="*/ 2887269 h 3600687"/>
              <a:gd name="connsiteX12" fmla="*/ 2125881 w 3626068"/>
              <a:gd name="connsiteY12" fmla="*/ 2842978 h 3600687"/>
              <a:gd name="connsiteX13" fmla="*/ 1911663 w 3626068"/>
              <a:gd name="connsiteY13" fmla="*/ 2508841 h 3600687"/>
              <a:gd name="connsiteX14" fmla="*/ 1743547 w 3626068"/>
              <a:gd name="connsiteY14" fmla="*/ 2152892 h 3600687"/>
              <a:gd name="connsiteX15" fmla="*/ 1706304 w 3626068"/>
              <a:gd name="connsiteY15" fmla="*/ 2058785 h 3600687"/>
              <a:gd name="connsiteX16" fmla="*/ 1611245 w 3626068"/>
              <a:gd name="connsiteY16" fmla="*/ 1779226 h 3600687"/>
              <a:gd name="connsiteX17" fmla="*/ 1582289 w 3626068"/>
              <a:gd name="connsiteY17" fmla="*/ 1681880 h 3600687"/>
              <a:gd name="connsiteX18" fmla="*/ 1553142 w 3626068"/>
              <a:gd name="connsiteY18" fmla="*/ 1577772 h 3600687"/>
              <a:gd name="connsiteX19" fmla="*/ 1494659 w 3626068"/>
              <a:gd name="connsiteY19" fmla="*/ 1358792 h 3600687"/>
              <a:gd name="connsiteX20" fmla="*/ 1433985 w 3626068"/>
              <a:gd name="connsiteY20" fmla="*/ 1141337 h 3600687"/>
              <a:gd name="connsiteX21" fmla="*/ 1369405 w 3626068"/>
              <a:gd name="connsiteY21" fmla="*/ 944074 h 3600687"/>
              <a:gd name="connsiteX22" fmla="*/ 1353213 w 3626068"/>
              <a:gd name="connsiteY22" fmla="*/ 899878 h 3600687"/>
              <a:gd name="connsiteX23" fmla="*/ 1336830 w 3626068"/>
              <a:gd name="connsiteY23" fmla="*/ 858349 h 3600687"/>
              <a:gd name="connsiteX24" fmla="*/ 1305302 w 3626068"/>
              <a:gd name="connsiteY24" fmla="*/ 783863 h 3600687"/>
              <a:gd name="connsiteX25" fmla="*/ 1276441 w 3626068"/>
              <a:gd name="connsiteY25" fmla="*/ 722237 h 3600687"/>
              <a:gd name="connsiteX26" fmla="*/ 1263963 w 3626068"/>
              <a:gd name="connsiteY26" fmla="*/ 696519 h 3600687"/>
              <a:gd name="connsiteX27" fmla="*/ 1252438 w 3626068"/>
              <a:gd name="connsiteY27" fmla="*/ 674802 h 3600687"/>
              <a:gd name="connsiteX28" fmla="*/ 1230245 w 3626068"/>
              <a:gd name="connsiteY28" fmla="*/ 633368 h 3600687"/>
              <a:gd name="connsiteX29" fmla="*/ 1206242 w 3626068"/>
              <a:gd name="connsiteY29" fmla="*/ 592506 h 3600687"/>
              <a:gd name="connsiteX30" fmla="*/ 1188430 w 3626068"/>
              <a:gd name="connsiteY30" fmla="*/ 562883 h 3600687"/>
              <a:gd name="connsiteX31" fmla="*/ 1148425 w 3626068"/>
              <a:gd name="connsiteY31" fmla="*/ 503543 h 3600687"/>
              <a:gd name="connsiteX32" fmla="*/ 1121088 w 3626068"/>
              <a:gd name="connsiteY32" fmla="*/ 466967 h 3600687"/>
              <a:gd name="connsiteX33" fmla="*/ 1090227 w 3626068"/>
              <a:gd name="connsiteY33" fmla="*/ 427438 h 3600687"/>
              <a:gd name="connsiteX34" fmla="*/ 1017266 w 3626068"/>
              <a:gd name="connsiteY34" fmla="*/ 349714 h 3600687"/>
              <a:gd name="connsiteX35" fmla="*/ 856865 w 3626068"/>
              <a:gd name="connsiteY35" fmla="*/ 227318 h 3600687"/>
              <a:gd name="connsiteX36" fmla="*/ 823051 w 3626068"/>
              <a:gd name="connsiteY36" fmla="*/ 207506 h 3600687"/>
              <a:gd name="connsiteX37" fmla="*/ 795333 w 3626068"/>
              <a:gd name="connsiteY37" fmla="*/ 192361 h 3600687"/>
              <a:gd name="connsiteX38" fmla="*/ 764663 w 3626068"/>
              <a:gd name="connsiteY38" fmla="*/ 177121 h 3600687"/>
              <a:gd name="connsiteX39" fmla="*/ 646362 w 3626068"/>
              <a:gd name="connsiteY39" fmla="*/ 129020 h 3600687"/>
              <a:gd name="connsiteX40" fmla="*/ 417858 w 3626068"/>
              <a:gd name="connsiteY40" fmla="*/ 86252 h 3600687"/>
              <a:gd name="connsiteX41" fmla="*/ 214404 w 3626068"/>
              <a:gd name="connsiteY41" fmla="*/ 106350 h 3600687"/>
              <a:gd name="connsiteX42" fmla="*/ 72767 w 3626068"/>
              <a:gd name="connsiteY42" fmla="*/ 158738 h 3600687"/>
              <a:gd name="connsiteX43" fmla="*/ 5806 w 3626068"/>
              <a:gd name="connsiteY43" fmla="*/ 182264 h 3600687"/>
              <a:gd name="connsiteX44" fmla="*/ 853 w 3626068"/>
              <a:gd name="connsiteY44" fmla="*/ 181598 h 3600687"/>
              <a:gd name="connsiteX45" fmla="*/ 1234 w 3626068"/>
              <a:gd name="connsiteY45" fmla="*/ 176740 h 3600687"/>
              <a:gd name="connsiteX46" fmla="*/ 15617 w 3626068"/>
              <a:gd name="connsiteY46" fmla="*/ 150356 h 3600687"/>
              <a:gd name="connsiteX47" fmla="*/ 31524 w 3626068"/>
              <a:gd name="connsiteY47" fmla="*/ 132734 h 3600687"/>
              <a:gd name="connsiteX48" fmla="*/ 53241 w 3626068"/>
              <a:gd name="connsiteY48" fmla="*/ 112922 h 3600687"/>
              <a:gd name="connsiteX49" fmla="*/ 199926 w 3626068"/>
              <a:gd name="connsiteY49" fmla="*/ 33960 h 3600687"/>
              <a:gd name="connsiteX50" fmla="*/ 250027 w 3626068"/>
              <a:gd name="connsiteY50" fmla="*/ 19387 h 3600687"/>
              <a:gd name="connsiteX51" fmla="*/ 304320 w 3626068"/>
              <a:gd name="connsiteY51" fmla="*/ 8338 h 3600687"/>
              <a:gd name="connsiteX52" fmla="*/ 422525 w 3626068"/>
              <a:gd name="connsiteY52" fmla="*/ 146 h 3600687"/>
              <a:gd name="connsiteX53" fmla="*/ 674271 w 3626068"/>
              <a:gd name="connsiteY53" fmla="*/ 41866 h 3600687"/>
              <a:gd name="connsiteX54" fmla="*/ 804858 w 3626068"/>
              <a:gd name="connsiteY54" fmla="*/ 92634 h 3600687"/>
              <a:gd name="connsiteX55" fmla="*/ 838482 w 3626068"/>
              <a:gd name="connsiteY55" fmla="*/ 109208 h 3600687"/>
              <a:gd name="connsiteX56" fmla="*/ 868866 w 3626068"/>
              <a:gd name="connsiteY56" fmla="*/ 125686 h 3600687"/>
              <a:gd name="connsiteX57" fmla="*/ 905823 w 3626068"/>
              <a:gd name="connsiteY57" fmla="*/ 147308 h 3600687"/>
              <a:gd name="connsiteX58" fmla="*/ 1081750 w 3626068"/>
              <a:gd name="connsiteY58" fmla="*/ 281324 h 3600687"/>
              <a:gd name="connsiteX59" fmla="*/ 1162522 w 3626068"/>
              <a:gd name="connsiteY59" fmla="*/ 367145 h 3600687"/>
              <a:gd name="connsiteX60" fmla="*/ 1195955 w 3626068"/>
              <a:gd name="connsiteY60" fmla="*/ 409721 h 3600687"/>
              <a:gd name="connsiteX61" fmla="*/ 1225292 w 3626068"/>
              <a:gd name="connsiteY61" fmla="*/ 448964 h 3600687"/>
              <a:gd name="connsiteX62" fmla="*/ 1268059 w 3626068"/>
              <a:gd name="connsiteY62" fmla="*/ 512306 h 3600687"/>
              <a:gd name="connsiteX63" fmla="*/ 1287109 w 3626068"/>
              <a:gd name="connsiteY63" fmla="*/ 543833 h 3600687"/>
              <a:gd name="connsiteX64" fmla="*/ 1312731 w 3626068"/>
              <a:gd name="connsiteY64" fmla="*/ 587172 h 3600687"/>
              <a:gd name="connsiteX65" fmla="*/ 1336258 w 3626068"/>
              <a:gd name="connsiteY65" fmla="*/ 630987 h 3600687"/>
              <a:gd name="connsiteX66" fmla="*/ 1348355 w 3626068"/>
              <a:gd name="connsiteY66" fmla="*/ 654038 h 3600687"/>
              <a:gd name="connsiteX67" fmla="*/ 1361309 w 3626068"/>
              <a:gd name="connsiteY67" fmla="*/ 681184 h 3600687"/>
              <a:gd name="connsiteX68" fmla="*/ 1391217 w 3626068"/>
              <a:gd name="connsiteY68" fmla="*/ 746049 h 3600687"/>
              <a:gd name="connsiteX69" fmla="*/ 1423602 w 3626068"/>
              <a:gd name="connsiteY69" fmla="*/ 823964 h 3600687"/>
              <a:gd name="connsiteX70" fmla="*/ 1440271 w 3626068"/>
              <a:gd name="connsiteY70" fmla="*/ 867207 h 3600687"/>
              <a:gd name="connsiteX71" fmla="*/ 1456654 w 3626068"/>
              <a:gd name="connsiteY71" fmla="*/ 913022 h 3600687"/>
              <a:gd name="connsiteX72" fmla="*/ 1521043 w 3626068"/>
              <a:gd name="connsiteY72" fmla="*/ 1115905 h 3600687"/>
              <a:gd name="connsiteX73" fmla="*/ 1580098 w 3626068"/>
              <a:gd name="connsiteY73" fmla="*/ 1336504 h 3600687"/>
              <a:gd name="connsiteX74" fmla="*/ 1690302 w 3626068"/>
              <a:gd name="connsiteY74" fmla="*/ 1755604 h 3600687"/>
              <a:gd name="connsiteX75" fmla="*/ 1777742 w 3626068"/>
              <a:gd name="connsiteY75" fmla="*/ 2032972 h 3600687"/>
              <a:gd name="connsiteX76" fmla="*/ 1810794 w 3626068"/>
              <a:gd name="connsiteY76" fmla="*/ 2126793 h 3600687"/>
              <a:gd name="connsiteX77" fmla="*/ 1962527 w 3626068"/>
              <a:gd name="connsiteY77" fmla="*/ 2482266 h 3600687"/>
              <a:gd name="connsiteX78" fmla="*/ 2160171 w 3626068"/>
              <a:gd name="connsiteY78" fmla="*/ 2818118 h 3600687"/>
              <a:gd name="connsiteX79" fmla="*/ 2192746 w 3626068"/>
              <a:gd name="connsiteY79" fmla="*/ 2862885 h 3600687"/>
              <a:gd name="connsiteX80" fmla="*/ 2225798 w 3626068"/>
              <a:gd name="connsiteY80" fmla="*/ 2907176 h 3600687"/>
              <a:gd name="connsiteX81" fmla="*/ 2268279 w 3626068"/>
              <a:gd name="connsiteY81" fmla="*/ 2960516 h 3600687"/>
              <a:gd name="connsiteX82" fmla="*/ 2290282 w 3626068"/>
              <a:gd name="connsiteY82" fmla="*/ 2986901 h 3600687"/>
              <a:gd name="connsiteX83" fmla="*/ 2312856 w 3626068"/>
              <a:gd name="connsiteY83" fmla="*/ 3012999 h 3600687"/>
              <a:gd name="connsiteX84" fmla="*/ 2408487 w 3626068"/>
              <a:gd name="connsiteY84" fmla="*/ 3113488 h 3600687"/>
              <a:gd name="connsiteX85" fmla="*/ 2441920 w 3626068"/>
              <a:gd name="connsiteY85" fmla="*/ 3145397 h 3600687"/>
              <a:gd name="connsiteX86" fmla="*/ 2476020 w 3626068"/>
              <a:gd name="connsiteY86" fmla="*/ 3176258 h 3600687"/>
              <a:gd name="connsiteX87" fmla="*/ 2566031 w 3626068"/>
              <a:gd name="connsiteY87" fmla="*/ 3250743 h 3600687"/>
              <a:gd name="connsiteX88" fmla="*/ 3024374 w 3626068"/>
              <a:gd name="connsiteY88" fmla="*/ 3508871 h 3600687"/>
              <a:gd name="connsiteX89" fmla="*/ 3551011 w 3626068"/>
              <a:gd name="connsiteY89" fmla="*/ 3596882 h 3600687"/>
              <a:gd name="connsiteX90" fmla="*/ 3626068 w 3626068"/>
              <a:gd name="connsiteY90" fmla="*/ 3592691 h 360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3626068" h="3600687">
                <a:moveTo>
                  <a:pt x="3626068" y="3592691"/>
                </a:moveTo>
                <a:cubicBezTo>
                  <a:pt x="3601208" y="3595072"/>
                  <a:pt x="3576348" y="3597930"/>
                  <a:pt x="3551202" y="3598882"/>
                </a:cubicBezTo>
                <a:cubicBezTo>
                  <a:pt x="3371275" y="3608597"/>
                  <a:pt x="3189823" y="3578689"/>
                  <a:pt x="3020850" y="3519158"/>
                </a:cubicBezTo>
                <a:cubicBezTo>
                  <a:pt x="2851591" y="3459722"/>
                  <a:pt x="2693666" y="3373235"/>
                  <a:pt x="2552125" y="3269317"/>
                </a:cubicBezTo>
                <a:cubicBezTo>
                  <a:pt x="2520216" y="3245885"/>
                  <a:pt x="2489450" y="3221311"/>
                  <a:pt x="2459065" y="3196165"/>
                </a:cubicBezTo>
                <a:cubicBezTo>
                  <a:pt x="2447254" y="3186068"/>
                  <a:pt x="2435443" y="3175972"/>
                  <a:pt x="2423537" y="3165875"/>
                </a:cubicBezTo>
                <a:cubicBezTo>
                  <a:pt x="2411916" y="3155493"/>
                  <a:pt x="2400296" y="3145016"/>
                  <a:pt x="2388580" y="3134538"/>
                </a:cubicBezTo>
                <a:cubicBezTo>
                  <a:pt x="2354195" y="3102534"/>
                  <a:pt x="2320381" y="3069673"/>
                  <a:pt x="2288187" y="3035573"/>
                </a:cubicBezTo>
                <a:cubicBezTo>
                  <a:pt x="2279995" y="3027191"/>
                  <a:pt x="2272280" y="3018333"/>
                  <a:pt x="2264374" y="3009856"/>
                </a:cubicBezTo>
                <a:cubicBezTo>
                  <a:pt x="2256468" y="3001188"/>
                  <a:pt x="2248467" y="2992711"/>
                  <a:pt x="2241038" y="2983757"/>
                </a:cubicBezTo>
                <a:cubicBezTo>
                  <a:pt x="2225893" y="2966041"/>
                  <a:pt x="2210939" y="2948515"/>
                  <a:pt x="2195985" y="2931084"/>
                </a:cubicBezTo>
                <a:cubicBezTo>
                  <a:pt x="2183507" y="2917082"/>
                  <a:pt x="2172458" y="2901938"/>
                  <a:pt x="2160742" y="2887269"/>
                </a:cubicBezTo>
                <a:cubicBezTo>
                  <a:pt x="2149122" y="2872505"/>
                  <a:pt x="2137501" y="2857742"/>
                  <a:pt x="2125881" y="2842978"/>
                </a:cubicBezTo>
                <a:cubicBezTo>
                  <a:pt x="2043870" y="2732964"/>
                  <a:pt x="1974147" y="2622569"/>
                  <a:pt x="1911663" y="2508841"/>
                </a:cubicBezTo>
                <a:cubicBezTo>
                  <a:pt x="1849275" y="2395112"/>
                  <a:pt x="1794125" y="2278050"/>
                  <a:pt x="1743547" y="2152892"/>
                </a:cubicBezTo>
                <a:cubicBezTo>
                  <a:pt x="1731165" y="2121554"/>
                  <a:pt x="1718401" y="2090312"/>
                  <a:pt x="1706304" y="2058785"/>
                </a:cubicBezTo>
                <a:cubicBezTo>
                  <a:pt x="1685445" y="2003540"/>
                  <a:pt x="1649250" y="1903527"/>
                  <a:pt x="1611245" y="1779226"/>
                </a:cubicBezTo>
                <a:cubicBezTo>
                  <a:pt x="1602006" y="1748079"/>
                  <a:pt x="1591909" y="1715599"/>
                  <a:pt x="1582289" y="1681880"/>
                </a:cubicBezTo>
                <a:cubicBezTo>
                  <a:pt x="1572859" y="1648162"/>
                  <a:pt x="1562572" y="1613300"/>
                  <a:pt x="1553142" y="1577772"/>
                </a:cubicBezTo>
                <a:cubicBezTo>
                  <a:pt x="1533616" y="1506620"/>
                  <a:pt x="1514376" y="1432611"/>
                  <a:pt x="1494659" y="1358792"/>
                </a:cubicBezTo>
                <a:cubicBezTo>
                  <a:pt x="1474942" y="1284974"/>
                  <a:pt x="1454749" y="1211536"/>
                  <a:pt x="1433985" y="1141337"/>
                </a:cubicBezTo>
                <a:cubicBezTo>
                  <a:pt x="1412744" y="1071423"/>
                  <a:pt x="1391694" y="1004367"/>
                  <a:pt x="1369405" y="944074"/>
                </a:cubicBezTo>
                <a:cubicBezTo>
                  <a:pt x="1363881" y="929024"/>
                  <a:pt x="1358832" y="914070"/>
                  <a:pt x="1353213" y="899878"/>
                </a:cubicBezTo>
                <a:cubicBezTo>
                  <a:pt x="1347593" y="885686"/>
                  <a:pt x="1342164" y="871779"/>
                  <a:pt x="1336830" y="858349"/>
                </a:cubicBezTo>
                <a:cubicBezTo>
                  <a:pt x="1326638" y="831298"/>
                  <a:pt x="1315113" y="806819"/>
                  <a:pt x="1305302" y="783863"/>
                </a:cubicBezTo>
                <a:cubicBezTo>
                  <a:pt x="1295682" y="760813"/>
                  <a:pt x="1285109" y="740620"/>
                  <a:pt x="1276441" y="722237"/>
                </a:cubicBezTo>
                <a:cubicBezTo>
                  <a:pt x="1272060" y="713093"/>
                  <a:pt x="1267869" y="704520"/>
                  <a:pt x="1263963" y="696519"/>
                </a:cubicBezTo>
                <a:cubicBezTo>
                  <a:pt x="1259963" y="688518"/>
                  <a:pt x="1255867" y="681470"/>
                  <a:pt x="1252438" y="674802"/>
                </a:cubicBezTo>
                <a:cubicBezTo>
                  <a:pt x="1245104" y="661086"/>
                  <a:pt x="1237674" y="647275"/>
                  <a:pt x="1230245" y="633368"/>
                </a:cubicBezTo>
                <a:cubicBezTo>
                  <a:pt x="1222911" y="619462"/>
                  <a:pt x="1214243" y="606222"/>
                  <a:pt x="1206242" y="592506"/>
                </a:cubicBezTo>
                <a:cubicBezTo>
                  <a:pt x="1204242" y="589077"/>
                  <a:pt x="1197860" y="578600"/>
                  <a:pt x="1188430" y="562883"/>
                </a:cubicBezTo>
                <a:cubicBezTo>
                  <a:pt x="1178429" y="547453"/>
                  <a:pt x="1164427" y="527355"/>
                  <a:pt x="1148425" y="503543"/>
                </a:cubicBezTo>
                <a:cubicBezTo>
                  <a:pt x="1140615" y="491541"/>
                  <a:pt x="1130613" y="479921"/>
                  <a:pt x="1121088" y="466967"/>
                </a:cubicBezTo>
                <a:cubicBezTo>
                  <a:pt x="1111182" y="454394"/>
                  <a:pt x="1101372" y="440392"/>
                  <a:pt x="1090227" y="427438"/>
                </a:cubicBezTo>
                <a:cubicBezTo>
                  <a:pt x="1068606" y="401054"/>
                  <a:pt x="1043269" y="374955"/>
                  <a:pt x="1017266" y="349714"/>
                </a:cubicBezTo>
                <a:cubicBezTo>
                  <a:pt x="964212" y="300089"/>
                  <a:pt x="905347" y="256464"/>
                  <a:pt x="856865" y="227318"/>
                </a:cubicBezTo>
                <a:cubicBezTo>
                  <a:pt x="844673" y="220174"/>
                  <a:pt x="833529" y="213030"/>
                  <a:pt x="823051" y="207506"/>
                </a:cubicBezTo>
                <a:cubicBezTo>
                  <a:pt x="812574" y="201791"/>
                  <a:pt x="803334" y="196742"/>
                  <a:pt x="795333" y="192361"/>
                </a:cubicBezTo>
                <a:cubicBezTo>
                  <a:pt x="779046" y="184265"/>
                  <a:pt x="768187" y="178931"/>
                  <a:pt x="764663" y="177121"/>
                </a:cubicBezTo>
                <a:cubicBezTo>
                  <a:pt x="726372" y="158833"/>
                  <a:pt x="686748" y="142640"/>
                  <a:pt x="646362" y="129020"/>
                </a:cubicBezTo>
                <a:cubicBezTo>
                  <a:pt x="571115" y="104350"/>
                  <a:pt x="492343" y="89205"/>
                  <a:pt x="417858" y="86252"/>
                </a:cubicBezTo>
                <a:cubicBezTo>
                  <a:pt x="343277" y="82538"/>
                  <a:pt x="273363" y="91777"/>
                  <a:pt x="214404" y="106350"/>
                </a:cubicBezTo>
                <a:cubicBezTo>
                  <a:pt x="155539" y="121685"/>
                  <a:pt x="107819" y="142640"/>
                  <a:pt x="72767" y="158738"/>
                </a:cubicBezTo>
                <a:cubicBezTo>
                  <a:pt x="37810" y="174930"/>
                  <a:pt x="15331" y="186170"/>
                  <a:pt x="5806" y="182264"/>
                </a:cubicBezTo>
                <a:cubicBezTo>
                  <a:pt x="2663" y="183217"/>
                  <a:pt x="1044" y="182931"/>
                  <a:pt x="853" y="181598"/>
                </a:cubicBezTo>
                <a:cubicBezTo>
                  <a:pt x="-385" y="181121"/>
                  <a:pt x="-290" y="179502"/>
                  <a:pt x="1234" y="176740"/>
                </a:cubicBezTo>
                <a:cubicBezTo>
                  <a:pt x="2187" y="170358"/>
                  <a:pt x="7140" y="161500"/>
                  <a:pt x="15617" y="150356"/>
                </a:cubicBezTo>
                <a:cubicBezTo>
                  <a:pt x="19713" y="144641"/>
                  <a:pt x="25142" y="138926"/>
                  <a:pt x="31524" y="132734"/>
                </a:cubicBezTo>
                <a:cubicBezTo>
                  <a:pt x="37905" y="126638"/>
                  <a:pt x="45049" y="119780"/>
                  <a:pt x="53241" y="112922"/>
                </a:cubicBezTo>
                <a:cubicBezTo>
                  <a:pt x="86388" y="85967"/>
                  <a:pt x="136013" y="55391"/>
                  <a:pt x="199926" y="33960"/>
                </a:cubicBezTo>
                <a:cubicBezTo>
                  <a:pt x="215928" y="28817"/>
                  <a:pt x="232501" y="23197"/>
                  <a:pt x="250027" y="19387"/>
                </a:cubicBezTo>
                <a:cubicBezTo>
                  <a:pt x="267458" y="14720"/>
                  <a:pt x="285651" y="11576"/>
                  <a:pt x="304320" y="8338"/>
                </a:cubicBezTo>
                <a:cubicBezTo>
                  <a:pt x="341848" y="3004"/>
                  <a:pt x="381567" y="-806"/>
                  <a:pt x="422525" y="146"/>
                </a:cubicBezTo>
                <a:cubicBezTo>
                  <a:pt x="504726" y="1004"/>
                  <a:pt x="591117" y="15863"/>
                  <a:pt x="674271" y="41866"/>
                </a:cubicBezTo>
                <a:cubicBezTo>
                  <a:pt x="719038" y="55868"/>
                  <a:pt x="762758" y="73013"/>
                  <a:pt x="804858" y="92634"/>
                </a:cubicBezTo>
                <a:cubicBezTo>
                  <a:pt x="808764" y="94539"/>
                  <a:pt x="820670" y="100445"/>
                  <a:pt x="838482" y="109208"/>
                </a:cubicBezTo>
                <a:cubicBezTo>
                  <a:pt x="847245" y="113970"/>
                  <a:pt x="857436" y="119495"/>
                  <a:pt x="868866" y="125686"/>
                </a:cubicBezTo>
                <a:cubicBezTo>
                  <a:pt x="880296" y="131782"/>
                  <a:pt x="892488" y="139497"/>
                  <a:pt x="905823" y="147308"/>
                </a:cubicBezTo>
                <a:cubicBezTo>
                  <a:pt x="958973" y="179216"/>
                  <a:pt x="1023362" y="226746"/>
                  <a:pt x="1081750" y="281324"/>
                </a:cubicBezTo>
                <a:cubicBezTo>
                  <a:pt x="1110516" y="309137"/>
                  <a:pt x="1138424" y="337808"/>
                  <a:pt x="1162522" y="367145"/>
                </a:cubicBezTo>
                <a:cubicBezTo>
                  <a:pt x="1174905" y="381527"/>
                  <a:pt x="1185192" y="396196"/>
                  <a:pt x="1195955" y="409721"/>
                </a:cubicBezTo>
                <a:cubicBezTo>
                  <a:pt x="1206242" y="423533"/>
                  <a:pt x="1216910" y="436201"/>
                  <a:pt x="1225292" y="448964"/>
                </a:cubicBezTo>
                <a:cubicBezTo>
                  <a:pt x="1242437" y="474301"/>
                  <a:pt x="1257391" y="495827"/>
                  <a:pt x="1268059" y="512306"/>
                </a:cubicBezTo>
                <a:cubicBezTo>
                  <a:pt x="1278156" y="529070"/>
                  <a:pt x="1284918" y="540214"/>
                  <a:pt x="1287109" y="543833"/>
                </a:cubicBezTo>
                <a:cubicBezTo>
                  <a:pt x="1295682" y="558407"/>
                  <a:pt x="1304921" y="572504"/>
                  <a:pt x="1312731" y="587172"/>
                </a:cubicBezTo>
                <a:cubicBezTo>
                  <a:pt x="1320637" y="601841"/>
                  <a:pt x="1328448" y="616509"/>
                  <a:pt x="1336258" y="630987"/>
                </a:cubicBezTo>
                <a:cubicBezTo>
                  <a:pt x="1339973" y="638036"/>
                  <a:pt x="1344259" y="645560"/>
                  <a:pt x="1348355" y="654038"/>
                </a:cubicBezTo>
                <a:cubicBezTo>
                  <a:pt x="1352355" y="662515"/>
                  <a:pt x="1356737" y="671564"/>
                  <a:pt x="1361309" y="681184"/>
                </a:cubicBezTo>
                <a:cubicBezTo>
                  <a:pt x="1370358" y="700520"/>
                  <a:pt x="1381311" y="721951"/>
                  <a:pt x="1391217" y="746049"/>
                </a:cubicBezTo>
                <a:cubicBezTo>
                  <a:pt x="1401314" y="770052"/>
                  <a:pt x="1413220" y="795865"/>
                  <a:pt x="1423602" y="823964"/>
                </a:cubicBezTo>
                <a:cubicBezTo>
                  <a:pt x="1429032" y="837965"/>
                  <a:pt x="1434556" y="852348"/>
                  <a:pt x="1440271" y="867207"/>
                </a:cubicBezTo>
                <a:cubicBezTo>
                  <a:pt x="1446081" y="881971"/>
                  <a:pt x="1451034" y="897401"/>
                  <a:pt x="1456654" y="913022"/>
                </a:cubicBezTo>
                <a:cubicBezTo>
                  <a:pt x="1479133" y="975602"/>
                  <a:pt x="1500088" y="1044372"/>
                  <a:pt x="1521043" y="1115905"/>
                </a:cubicBezTo>
                <a:cubicBezTo>
                  <a:pt x="1541427" y="1187533"/>
                  <a:pt x="1561239" y="1262114"/>
                  <a:pt x="1580098" y="1336504"/>
                </a:cubicBezTo>
                <a:cubicBezTo>
                  <a:pt x="1617817" y="1485380"/>
                  <a:pt x="1654298" y="1632636"/>
                  <a:pt x="1690302" y="1755604"/>
                </a:cubicBezTo>
                <a:cubicBezTo>
                  <a:pt x="1725831" y="1878762"/>
                  <a:pt x="1759263" y="1977822"/>
                  <a:pt x="1777742" y="2032972"/>
                </a:cubicBezTo>
                <a:cubicBezTo>
                  <a:pt x="1788410" y="2064500"/>
                  <a:pt x="1799840" y="2095551"/>
                  <a:pt x="1810794" y="2126793"/>
                </a:cubicBezTo>
                <a:cubicBezTo>
                  <a:pt x="1856990" y="2251094"/>
                  <a:pt x="1906139" y="2368157"/>
                  <a:pt x="1962527" y="2482266"/>
                </a:cubicBezTo>
                <a:cubicBezTo>
                  <a:pt x="2019010" y="2596280"/>
                  <a:pt x="2082732" y="2707723"/>
                  <a:pt x="2160171" y="2818118"/>
                </a:cubicBezTo>
                <a:cubicBezTo>
                  <a:pt x="2171029" y="2833072"/>
                  <a:pt x="2181888" y="2848026"/>
                  <a:pt x="2192746" y="2862885"/>
                </a:cubicBezTo>
                <a:cubicBezTo>
                  <a:pt x="2203795" y="2877649"/>
                  <a:pt x="2214082" y="2892984"/>
                  <a:pt x="2225798" y="2907176"/>
                </a:cubicBezTo>
                <a:cubicBezTo>
                  <a:pt x="2239895" y="2924798"/>
                  <a:pt x="2254087" y="2942609"/>
                  <a:pt x="2268279" y="2960516"/>
                </a:cubicBezTo>
                <a:cubicBezTo>
                  <a:pt x="2275328" y="2969565"/>
                  <a:pt x="2282853" y="2978138"/>
                  <a:pt x="2290282" y="2986901"/>
                </a:cubicBezTo>
                <a:cubicBezTo>
                  <a:pt x="2297807" y="2995568"/>
                  <a:pt x="2305046" y="3004522"/>
                  <a:pt x="2312856" y="3012999"/>
                </a:cubicBezTo>
                <a:cubicBezTo>
                  <a:pt x="2343336" y="3047575"/>
                  <a:pt x="2375626" y="3080913"/>
                  <a:pt x="2408487" y="3113488"/>
                </a:cubicBezTo>
                <a:cubicBezTo>
                  <a:pt x="2419632" y="3124156"/>
                  <a:pt x="2430871" y="3134729"/>
                  <a:pt x="2441920" y="3145397"/>
                </a:cubicBezTo>
                <a:cubicBezTo>
                  <a:pt x="2453350" y="3155684"/>
                  <a:pt x="2464685" y="3166066"/>
                  <a:pt x="2476020" y="3176258"/>
                </a:cubicBezTo>
                <a:cubicBezTo>
                  <a:pt x="2505261" y="3201880"/>
                  <a:pt x="2535075" y="3226931"/>
                  <a:pt x="2566031" y="3250743"/>
                </a:cubicBezTo>
                <a:cubicBezTo>
                  <a:pt x="2702334" y="3358185"/>
                  <a:pt x="2857305" y="3447244"/>
                  <a:pt x="3024374" y="3508871"/>
                </a:cubicBezTo>
                <a:cubicBezTo>
                  <a:pt x="3191252" y="3570688"/>
                  <a:pt x="3371275" y="3602882"/>
                  <a:pt x="3551011" y="3596882"/>
                </a:cubicBezTo>
                <a:cubicBezTo>
                  <a:pt x="3576252" y="3596596"/>
                  <a:pt x="3601113" y="3594405"/>
                  <a:pt x="3626068" y="3592691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endParaRPr lang="en-ID"/>
          </a:p>
        </p:txBody>
      </p:sp>
      <p:pic>
        <p:nvPicPr>
          <p:cNvPr id="2" name="图片 1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740" y="12851765"/>
            <a:ext cx="3588385" cy="329565"/>
          </a:xfrm>
          <a:prstGeom prst="rect">
            <a:avLst/>
          </a:prstGeom>
        </p:spPr>
      </p:pic>
      <p:pic>
        <p:nvPicPr>
          <p:cNvPr id="6" name="图片 5" descr="ea6f24e1d2455ac3f0897ac1606e9bf"/>
          <p:cNvPicPr>
            <a:picLocks noChangeAspect="1"/>
          </p:cNvPicPr>
          <p:nvPr/>
        </p:nvPicPr>
        <p:blipFill>
          <a:blip r:embed="rId2"/>
          <a:srcRect l="-6459" b="688"/>
          <a:stretch>
            <a:fillRect/>
          </a:stretch>
        </p:blipFill>
        <p:spPr>
          <a:xfrm>
            <a:off x="-1555115" y="-635"/>
            <a:ext cx="26033730" cy="13679805"/>
          </a:xfrm>
          <a:prstGeom prst="rect">
            <a:avLst/>
          </a:prstGeom>
        </p:spPr>
      </p:pic>
      <p:pic>
        <p:nvPicPr>
          <p:cNvPr id="20" name="图片 19" descr="ea6f24e1d2455ac3f0897ac1606e9bf"/>
          <p:cNvPicPr>
            <a:picLocks noChangeAspect="1"/>
          </p:cNvPicPr>
          <p:nvPr/>
        </p:nvPicPr>
        <p:blipFill>
          <a:blip r:embed="rId2"/>
          <a:srcRect l="85094" t="74339" r="2875" b="16250"/>
          <a:stretch>
            <a:fillRect/>
          </a:stretch>
        </p:blipFill>
        <p:spPr>
          <a:xfrm>
            <a:off x="21111845" y="12160885"/>
            <a:ext cx="3091815" cy="1147445"/>
          </a:xfrm>
          <a:prstGeom prst="rect">
            <a:avLst/>
          </a:prstGeom>
        </p:spPr>
      </p:pic>
      <p:pic>
        <p:nvPicPr>
          <p:cNvPr id="35" name="图片 34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310" y="12851130"/>
            <a:ext cx="4975860" cy="420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9"/>
          <p:cNvSpPr/>
          <p:nvPr/>
        </p:nvSpPr>
        <p:spPr>
          <a:xfrm>
            <a:off x="17612360" y="1423670"/>
            <a:ext cx="5725795" cy="6145530"/>
          </a:xfrm>
          <a:custGeom>
            <a:avLst/>
            <a:gdLst>
              <a:gd name="connsiteX0" fmla="*/ 193226 w 2299605"/>
              <a:gd name="connsiteY0" fmla="*/ 2084459 h 2910652"/>
              <a:gd name="connsiteX1" fmla="*/ 398103 w 2299605"/>
              <a:gd name="connsiteY1" fmla="*/ 2484563 h 2910652"/>
              <a:gd name="connsiteX2" fmla="*/ 1251757 w 2299605"/>
              <a:gd name="connsiteY2" fmla="*/ 2779259 h 2910652"/>
              <a:gd name="connsiteX3" fmla="*/ 2195972 w 2299605"/>
              <a:gd name="connsiteY3" fmla="*/ 1371844 h 2910652"/>
              <a:gd name="connsiteX4" fmla="*/ 396619 w 2299605"/>
              <a:gd name="connsiteY4" fmla="*/ 570152 h 2910652"/>
              <a:gd name="connsiteX5" fmla="*/ 193226 w 2299605"/>
              <a:gd name="connsiteY5" fmla="*/ 2084459 h 291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605" h="2910652">
                <a:moveTo>
                  <a:pt x="193226" y="2084459"/>
                </a:moveTo>
                <a:cubicBezTo>
                  <a:pt x="278592" y="2210651"/>
                  <a:pt x="361730" y="2336844"/>
                  <a:pt x="398103" y="2484563"/>
                </a:cubicBezTo>
                <a:cubicBezTo>
                  <a:pt x="469365" y="2778516"/>
                  <a:pt x="674242" y="3095482"/>
                  <a:pt x="1251757" y="2779259"/>
                </a:cubicBezTo>
                <a:cubicBezTo>
                  <a:pt x="2195972" y="2262613"/>
                  <a:pt x="1604353" y="2068871"/>
                  <a:pt x="2195972" y="1371844"/>
                </a:cubicBezTo>
                <a:cubicBezTo>
                  <a:pt x="2694802" y="783936"/>
                  <a:pt x="1277738" y="-861759"/>
                  <a:pt x="396619" y="570152"/>
                </a:cubicBezTo>
                <a:cubicBezTo>
                  <a:pt x="131615" y="1000690"/>
                  <a:pt x="-227662" y="1461663"/>
                  <a:pt x="193226" y="2084459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D"/>
          </a:p>
        </p:txBody>
      </p:sp>
      <p:sp>
        <p:nvSpPr>
          <p:cNvPr id="55" name="Title 1"/>
          <p:cNvSpPr txBox="1"/>
          <p:nvPr/>
        </p:nvSpPr>
        <p:spPr>
          <a:xfrm>
            <a:off x="0" y="3820795"/>
            <a:ext cx="10563225" cy="3980815"/>
          </a:xfrm>
          <a:prstGeom prst="rect">
            <a:avLst/>
          </a:prstGeom>
        </p:spPr>
        <p:txBody>
          <a:bodyPr>
            <a:normAutofit fontScale="8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600" dirty="0">
                <a:ln>
                  <a:solidFill>
                    <a:schemeClr val="bg1">
                      <a:lumMod val="90000"/>
                    </a:schemeClr>
                  </a:solidFill>
                </a:ln>
                <a:noFill/>
                <a:latin typeface="Arial" panose="020B0604020202020204" pitchFamily="34" charset="0"/>
                <a:ea typeface="汉仪正圆 55简" panose="00020600040101010101" charset="-122"/>
                <a:cs typeface="Poppins SemiBold" panose="00000700000000000000" pitchFamily="2" charset="0"/>
              </a:rPr>
              <a:t>YOER</a:t>
            </a:r>
            <a:endParaRPr lang="en-US" sz="16600" dirty="0">
              <a:ln>
                <a:solidFill>
                  <a:schemeClr val="bg1">
                    <a:lumMod val="90000"/>
                  </a:schemeClr>
                </a:solidFill>
              </a:ln>
              <a:noFill/>
              <a:latin typeface="Arial" panose="020B0604020202020204" pitchFamily="34" charset="0"/>
              <a:ea typeface="汉仪正圆 55简" panose="00020600040101010101" charset="-122"/>
              <a:cs typeface="Poppins SemiBold" panose="00000700000000000000" pitchFamily="2" charset="0"/>
            </a:endParaRPr>
          </a:p>
          <a:p>
            <a:r>
              <a:rPr lang="en-US" sz="16600" dirty="0">
                <a:ln>
                  <a:solidFill>
                    <a:schemeClr val="bg1">
                      <a:lumMod val="90000"/>
                    </a:schemeClr>
                  </a:solidFill>
                </a:ln>
                <a:noFill/>
                <a:latin typeface="Arial" panose="020B0604020202020204" pitchFamily="34" charset="0"/>
                <a:ea typeface="汉仪正圆 55简" panose="00020600040101010101" charset="-122"/>
                <a:cs typeface="Poppins SemiBold" panose="00000700000000000000" pitchFamily="2" charset="0"/>
              </a:rPr>
              <a:t>EDUCATION</a:t>
            </a:r>
            <a:endParaRPr lang="en-US" sz="16600" dirty="0">
              <a:ln>
                <a:solidFill>
                  <a:schemeClr val="bg1">
                    <a:lumMod val="90000"/>
                  </a:schemeClr>
                </a:solidFill>
              </a:ln>
              <a:noFill/>
              <a:latin typeface="Arial" panose="020B0604020202020204" pitchFamily="34" charset="0"/>
              <a:ea typeface="汉仪正圆 55简" panose="00020600040101010101" charset="-122"/>
              <a:cs typeface="Poppins SemiBold" panose="00000700000000000000" pitchFamily="2" charset="0"/>
            </a:endParaRPr>
          </a:p>
        </p:txBody>
      </p:sp>
      <p:sp>
        <p:nvSpPr>
          <p:cNvPr id="13" name="Graphic 11"/>
          <p:cNvSpPr/>
          <p:nvPr/>
        </p:nvSpPr>
        <p:spPr>
          <a:xfrm>
            <a:off x="11569065" y="1423670"/>
            <a:ext cx="12106910" cy="11014075"/>
          </a:xfrm>
          <a:custGeom>
            <a:avLst/>
            <a:gdLst>
              <a:gd name="connsiteX0" fmla="*/ 833585 w 6324872"/>
              <a:gd name="connsiteY0" fmla="*/ 1508446 h 5912213"/>
              <a:gd name="connsiteX1" fmla="*/ 1405298 w 6324872"/>
              <a:gd name="connsiteY1" fmla="*/ 1018727 h 5912213"/>
              <a:gd name="connsiteX2" fmla="*/ 4252630 w 6324872"/>
              <a:gd name="connsiteY2" fmla="*/ 326831 h 5912213"/>
              <a:gd name="connsiteX3" fmla="*/ 6292375 w 6324872"/>
              <a:gd name="connsiteY3" fmla="*/ 2806875 h 5912213"/>
              <a:gd name="connsiteX4" fmla="*/ 1880414 w 6324872"/>
              <a:gd name="connsiteY4" fmla="*/ 5179090 h 5912213"/>
              <a:gd name="connsiteX5" fmla="*/ 833585 w 6324872"/>
              <a:gd name="connsiteY5" fmla="*/ 1508446 h 5912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24872" h="5912213">
                <a:moveTo>
                  <a:pt x="833585" y="1508446"/>
                </a:moveTo>
                <a:cubicBezTo>
                  <a:pt x="1036885" y="1360183"/>
                  <a:pt x="1231200" y="1199564"/>
                  <a:pt x="1405298" y="1018727"/>
                </a:cubicBezTo>
                <a:cubicBezTo>
                  <a:pt x="1899509" y="508791"/>
                  <a:pt x="3124929" y="-529053"/>
                  <a:pt x="4252630" y="326831"/>
                </a:cubicBezTo>
                <a:cubicBezTo>
                  <a:pt x="5708307" y="1432068"/>
                  <a:pt x="6499045" y="1432068"/>
                  <a:pt x="6292375" y="2806875"/>
                </a:cubicBezTo>
                <a:cubicBezTo>
                  <a:pt x="6085705" y="4181681"/>
                  <a:pt x="4414371" y="7335649"/>
                  <a:pt x="1880414" y="5179090"/>
                </a:cubicBezTo>
                <a:cubicBezTo>
                  <a:pt x="-449119" y="3196628"/>
                  <a:pt x="-386219" y="2399150"/>
                  <a:pt x="833585" y="1508446"/>
                </a:cubicBezTo>
                <a:close/>
              </a:path>
            </a:pathLst>
          </a:custGeom>
          <a:solidFill>
            <a:schemeClr val="accent1"/>
          </a:solidFill>
          <a:ln w="112259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7" name="TextBox 46"/>
          <p:cNvSpPr txBox="1"/>
          <p:nvPr/>
        </p:nvSpPr>
        <p:spPr>
          <a:xfrm>
            <a:off x="1113422" y="872571"/>
            <a:ext cx="14490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Arial" panose="020B0604020202020204" pitchFamily="34" charset="0"/>
                <a:cs typeface="Poppins" panose="02000000000000000000" charset="0"/>
              </a:rPr>
              <a:t>400-108-1087</a:t>
            </a:r>
            <a:endParaRPr lang="en-US" sz="1600" dirty="0">
              <a:latin typeface="Arial" panose="020B0604020202020204" pitchFamily="34" charset="0"/>
              <a:cs typeface="Poppins" panose="02000000000000000000" charset="0"/>
            </a:endParaRPr>
          </a:p>
        </p:txBody>
      </p:sp>
      <p:sp>
        <p:nvSpPr>
          <p:cNvPr id="54" name="Graphic 52"/>
          <p:cNvSpPr/>
          <p:nvPr/>
        </p:nvSpPr>
        <p:spPr>
          <a:xfrm>
            <a:off x="-44620" y="4399180"/>
            <a:ext cx="16614656" cy="9324886"/>
          </a:xfrm>
          <a:custGeom>
            <a:avLst/>
            <a:gdLst>
              <a:gd name="connsiteX0" fmla="*/ 9879109 w 9879108"/>
              <a:gd name="connsiteY0" fmla="*/ 5544597 h 5544596"/>
              <a:gd name="connsiteX1" fmla="*/ 9729661 w 9879108"/>
              <a:gd name="connsiteY1" fmla="*/ 5511926 h 5544596"/>
              <a:gd name="connsiteX2" fmla="*/ 9472677 w 9879108"/>
              <a:gd name="connsiteY2" fmla="*/ 5414295 h 5544596"/>
              <a:gd name="connsiteX3" fmla="*/ 9233694 w 9879108"/>
              <a:gd name="connsiteY3" fmla="*/ 5278183 h 5544596"/>
              <a:gd name="connsiteX4" fmla="*/ 8797640 w 9879108"/>
              <a:gd name="connsiteY4" fmla="*/ 4946236 h 5544596"/>
              <a:gd name="connsiteX5" fmla="*/ 8378064 w 9879108"/>
              <a:gd name="connsiteY5" fmla="*/ 4602003 h 5544596"/>
              <a:gd name="connsiteX6" fmla="*/ 8159465 w 9879108"/>
              <a:gd name="connsiteY6" fmla="*/ 4446746 h 5544596"/>
              <a:gd name="connsiteX7" fmla="*/ 7931055 w 9879108"/>
              <a:gd name="connsiteY7" fmla="*/ 4309967 h 5544596"/>
              <a:gd name="connsiteX8" fmla="*/ 7720458 w 9879108"/>
              <a:gd name="connsiteY8" fmla="*/ 4198334 h 5544596"/>
              <a:gd name="connsiteX9" fmla="*/ 7550722 w 9879108"/>
              <a:gd name="connsiteY9" fmla="*/ 4115942 h 5544596"/>
              <a:gd name="connsiteX10" fmla="*/ 7034182 w 9879108"/>
              <a:gd name="connsiteY10" fmla="*/ 3887056 h 5544596"/>
              <a:gd name="connsiteX11" fmla="*/ 6929407 w 9879108"/>
              <a:gd name="connsiteY11" fmla="*/ 3844099 h 5544596"/>
              <a:gd name="connsiteX12" fmla="*/ 6824156 w 9879108"/>
              <a:gd name="connsiteY12" fmla="*/ 3801808 h 5544596"/>
              <a:gd name="connsiteX13" fmla="*/ 6445727 w 9879108"/>
              <a:gd name="connsiteY13" fmla="*/ 3657314 h 5544596"/>
              <a:gd name="connsiteX14" fmla="*/ 6073586 w 9879108"/>
              <a:gd name="connsiteY14" fmla="*/ 3529297 h 5544596"/>
              <a:gd name="connsiteX15" fmla="*/ 5315871 w 9879108"/>
              <a:gd name="connsiteY15" fmla="*/ 3302603 h 5544596"/>
              <a:gd name="connsiteX16" fmla="*/ 5217764 w 9879108"/>
              <a:gd name="connsiteY16" fmla="*/ 3276599 h 5544596"/>
              <a:gd name="connsiteX17" fmla="*/ 5119181 w 9879108"/>
              <a:gd name="connsiteY17" fmla="*/ 3251453 h 5544596"/>
              <a:gd name="connsiteX18" fmla="*/ 4882675 w 9879108"/>
              <a:gd name="connsiteY18" fmla="*/ 3192208 h 5544596"/>
              <a:gd name="connsiteX19" fmla="*/ 4540156 w 9879108"/>
              <a:gd name="connsiteY19" fmla="*/ 3104864 h 5544596"/>
              <a:gd name="connsiteX20" fmla="*/ 4128199 w 9879108"/>
              <a:gd name="connsiteY20" fmla="*/ 2981324 h 5544596"/>
              <a:gd name="connsiteX21" fmla="*/ 4019329 w 9879108"/>
              <a:gd name="connsiteY21" fmla="*/ 2942557 h 5544596"/>
              <a:gd name="connsiteX22" fmla="*/ 3909791 w 9879108"/>
              <a:gd name="connsiteY22" fmla="*/ 2899409 h 5544596"/>
              <a:gd name="connsiteX23" fmla="*/ 3691668 w 9879108"/>
              <a:gd name="connsiteY23" fmla="*/ 2800730 h 5544596"/>
              <a:gd name="connsiteX24" fmla="*/ 3283237 w 9879108"/>
              <a:gd name="connsiteY24" fmla="*/ 2560129 h 5544596"/>
              <a:gd name="connsiteX25" fmla="*/ 2934622 w 9879108"/>
              <a:gd name="connsiteY25" fmla="*/ 2297048 h 5544596"/>
              <a:gd name="connsiteX26" fmla="*/ 2476850 w 9879108"/>
              <a:gd name="connsiteY26" fmla="*/ 1879377 h 5544596"/>
              <a:gd name="connsiteX27" fmla="*/ 2336356 w 9879108"/>
              <a:gd name="connsiteY27" fmla="*/ 1737645 h 5544596"/>
              <a:gd name="connsiteX28" fmla="*/ 2180527 w 9879108"/>
              <a:gd name="connsiteY28" fmla="*/ 1576196 h 5544596"/>
              <a:gd name="connsiteX29" fmla="*/ 1883443 w 9879108"/>
              <a:gd name="connsiteY29" fmla="*/ 1263300 h 5544596"/>
              <a:gd name="connsiteX30" fmla="*/ 1584548 w 9879108"/>
              <a:gd name="connsiteY30" fmla="*/ 955357 h 5544596"/>
              <a:gd name="connsiteX31" fmla="*/ 1426338 w 9879108"/>
              <a:gd name="connsiteY31" fmla="*/ 800290 h 5544596"/>
              <a:gd name="connsiteX32" fmla="*/ 1228980 w 9879108"/>
              <a:gd name="connsiteY32" fmla="*/ 620934 h 5544596"/>
              <a:gd name="connsiteX33" fmla="*/ 1035527 w 9879108"/>
              <a:gd name="connsiteY33" fmla="*/ 468629 h 5544596"/>
              <a:gd name="connsiteX34" fmla="*/ 836550 w 9879108"/>
              <a:gd name="connsiteY34" fmla="*/ 338041 h 5544596"/>
              <a:gd name="connsiteX35" fmla="*/ 452025 w 9879108"/>
              <a:gd name="connsiteY35" fmla="*/ 166306 h 5544596"/>
              <a:gd name="connsiteX36" fmla="*/ 8732 w 9879108"/>
              <a:gd name="connsiteY36" fmla="*/ 80581 h 5544596"/>
              <a:gd name="connsiteX37" fmla="*/ 636 w 9879108"/>
              <a:gd name="connsiteY37" fmla="*/ 74485 h 5544596"/>
              <a:gd name="connsiteX38" fmla="*/ 6255 w 9879108"/>
              <a:gd name="connsiteY38" fmla="*/ 66293 h 5544596"/>
              <a:gd name="connsiteX39" fmla="*/ 163894 w 9879108"/>
              <a:gd name="connsiteY39" fmla="*/ 8191 h 5544596"/>
              <a:gd name="connsiteX40" fmla="*/ 315723 w 9879108"/>
              <a:gd name="connsiteY40" fmla="*/ 571 h 5544596"/>
              <a:gd name="connsiteX41" fmla="*/ 502889 w 9879108"/>
              <a:gd name="connsiteY41" fmla="*/ 24574 h 5544596"/>
              <a:gd name="connsiteX42" fmla="*/ 927609 w 9879108"/>
              <a:gd name="connsiteY42" fmla="*/ 187832 h 5544596"/>
              <a:gd name="connsiteX43" fmla="*/ 1142017 w 9879108"/>
              <a:gd name="connsiteY43" fmla="*/ 320706 h 5544596"/>
              <a:gd name="connsiteX44" fmla="*/ 1348423 w 9879108"/>
              <a:gd name="connsiteY44" fmla="*/ 477583 h 5544596"/>
              <a:gd name="connsiteX45" fmla="*/ 1557783 w 9879108"/>
              <a:gd name="connsiteY45" fmla="*/ 661987 h 5544596"/>
              <a:gd name="connsiteX46" fmla="*/ 1719708 w 9879108"/>
              <a:gd name="connsiteY46" fmla="*/ 820006 h 5544596"/>
              <a:gd name="connsiteX47" fmla="*/ 2022127 w 9879108"/>
              <a:gd name="connsiteY47" fmla="*/ 1130998 h 5544596"/>
              <a:gd name="connsiteX48" fmla="*/ 2319211 w 9879108"/>
              <a:gd name="connsiteY48" fmla="*/ 1443418 h 5544596"/>
              <a:gd name="connsiteX49" fmla="*/ 2473707 w 9879108"/>
              <a:gd name="connsiteY49" fmla="*/ 1603152 h 5544596"/>
              <a:gd name="connsiteX50" fmla="*/ 2612200 w 9879108"/>
              <a:gd name="connsiteY50" fmla="*/ 1742598 h 5544596"/>
              <a:gd name="connsiteX51" fmla="*/ 3055208 w 9879108"/>
              <a:gd name="connsiteY51" fmla="*/ 2152459 h 5544596"/>
              <a:gd name="connsiteX52" fmla="*/ 3387440 w 9879108"/>
              <a:gd name="connsiteY52" fmla="*/ 2408014 h 5544596"/>
              <a:gd name="connsiteX53" fmla="*/ 3772726 w 9879108"/>
              <a:gd name="connsiteY53" fmla="*/ 2640520 h 5544596"/>
              <a:gd name="connsiteX54" fmla="*/ 4584828 w 9879108"/>
              <a:gd name="connsiteY54" fmla="*/ 2943034 h 5544596"/>
              <a:gd name="connsiteX55" fmla="*/ 4923251 w 9879108"/>
              <a:gd name="connsiteY55" fmla="*/ 3036188 h 5544596"/>
              <a:gd name="connsiteX56" fmla="*/ 5159662 w 9879108"/>
              <a:gd name="connsiteY56" fmla="*/ 3102482 h 5544596"/>
              <a:gd name="connsiteX57" fmla="*/ 5258245 w 9879108"/>
              <a:gd name="connsiteY57" fmla="*/ 3131724 h 5544596"/>
              <a:gd name="connsiteX58" fmla="*/ 5356353 w 9879108"/>
              <a:gd name="connsiteY58" fmla="*/ 3161823 h 5544596"/>
              <a:gd name="connsiteX59" fmla="*/ 6112162 w 9879108"/>
              <a:gd name="connsiteY59" fmla="*/ 3419379 h 5544596"/>
              <a:gd name="connsiteX60" fmla="*/ 6481541 w 9879108"/>
              <a:gd name="connsiteY60" fmla="*/ 3563969 h 5544596"/>
              <a:gd name="connsiteX61" fmla="*/ 6857302 w 9879108"/>
              <a:gd name="connsiteY61" fmla="*/ 3722655 h 5544596"/>
              <a:gd name="connsiteX62" fmla="*/ 6961601 w 9879108"/>
              <a:gd name="connsiteY62" fmla="*/ 3769042 h 5544596"/>
              <a:gd name="connsiteX63" fmla="*/ 7065329 w 9879108"/>
              <a:gd name="connsiteY63" fmla="*/ 3816095 h 5544596"/>
              <a:gd name="connsiteX64" fmla="*/ 7576631 w 9879108"/>
              <a:gd name="connsiteY64" fmla="*/ 4063174 h 5544596"/>
              <a:gd name="connsiteX65" fmla="*/ 7745032 w 9879108"/>
              <a:gd name="connsiteY65" fmla="*/ 4151089 h 5544596"/>
              <a:gd name="connsiteX66" fmla="*/ 7954678 w 9879108"/>
              <a:gd name="connsiteY66" fmla="*/ 4269104 h 5544596"/>
              <a:gd name="connsiteX67" fmla="*/ 8181182 w 9879108"/>
              <a:gd name="connsiteY67" fmla="*/ 4414456 h 5544596"/>
              <a:gd name="connsiteX68" fmla="*/ 8397971 w 9879108"/>
              <a:gd name="connsiteY68" fmla="*/ 4576762 h 5544596"/>
              <a:gd name="connsiteX69" fmla="*/ 8811832 w 9879108"/>
              <a:gd name="connsiteY69" fmla="*/ 4929663 h 5544596"/>
              <a:gd name="connsiteX70" fmla="*/ 9241124 w 9879108"/>
              <a:gd name="connsiteY70" fmla="*/ 5267134 h 5544596"/>
              <a:gd name="connsiteX71" fmla="*/ 9476677 w 9879108"/>
              <a:gd name="connsiteY71" fmla="*/ 5406389 h 5544596"/>
              <a:gd name="connsiteX72" fmla="*/ 9730804 w 9879108"/>
              <a:gd name="connsiteY72" fmla="*/ 5508402 h 5544596"/>
              <a:gd name="connsiteX73" fmla="*/ 9879109 w 9879108"/>
              <a:gd name="connsiteY73" fmla="*/ 5544597 h 554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879108" h="5544596">
                <a:moveTo>
                  <a:pt x="9879109" y="5544597"/>
                </a:moveTo>
                <a:cubicBezTo>
                  <a:pt x="9829007" y="5535834"/>
                  <a:pt x="9778810" y="5526118"/>
                  <a:pt x="9729661" y="5511926"/>
                </a:cubicBezTo>
                <a:cubicBezTo>
                  <a:pt x="9641364" y="5487257"/>
                  <a:pt x="9555163" y="5454396"/>
                  <a:pt x="9472677" y="5414295"/>
                </a:cubicBezTo>
                <a:cubicBezTo>
                  <a:pt x="9390000" y="5374385"/>
                  <a:pt x="9310466" y="5328189"/>
                  <a:pt x="9233694" y="5278183"/>
                </a:cubicBezTo>
                <a:cubicBezTo>
                  <a:pt x="9079866" y="5178075"/>
                  <a:pt x="8937467" y="5062537"/>
                  <a:pt x="8797640" y="4946236"/>
                </a:cubicBezTo>
                <a:cubicBezTo>
                  <a:pt x="8657813" y="4829651"/>
                  <a:pt x="8520653" y="4711159"/>
                  <a:pt x="8378064" y="4602003"/>
                </a:cubicBezTo>
                <a:cubicBezTo>
                  <a:pt x="8306817" y="4547330"/>
                  <a:pt x="8234141" y="4495323"/>
                  <a:pt x="8159465" y="4446746"/>
                </a:cubicBezTo>
                <a:cubicBezTo>
                  <a:pt x="8084789" y="4398168"/>
                  <a:pt x="8008399" y="4352924"/>
                  <a:pt x="7931055" y="4309967"/>
                </a:cubicBezTo>
                <a:cubicBezTo>
                  <a:pt x="7861618" y="4270914"/>
                  <a:pt x="7791419" y="4233957"/>
                  <a:pt x="7720458" y="4198334"/>
                </a:cubicBezTo>
                <a:cubicBezTo>
                  <a:pt x="7664546" y="4170330"/>
                  <a:pt x="7607872" y="4142898"/>
                  <a:pt x="7550722" y="4115942"/>
                </a:cubicBezTo>
                <a:cubicBezTo>
                  <a:pt x="7379177" y="4035647"/>
                  <a:pt x="7204965" y="3958208"/>
                  <a:pt x="7034182" y="3887056"/>
                </a:cubicBezTo>
                <a:cubicBezTo>
                  <a:pt x="6999320" y="3872769"/>
                  <a:pt x="6964363" y="3858386"/>
                  <a:pt x="6929407" y="3844099"/>
                </a:cubicBezTo>
                <a:cubicBezTo>
                  <a:pt x="6894545" y="3829621"/>
                  <a:pt x="6859398" y="3815619"/>
                  <a:pt x="6824156" y="3801808"/>
                </a:cubicBezTo>
                <a:cubicBezTo>
                  <a:pt x="6696235" y="3749897"/>
                  <a:pt x="6570219" y="3702938"/>
                  <a:pt x="6445727" y="3657314"/>
                </a:cubicBezTo>
                <a:cubicBezTo>
                  <a:pt x="6320950" y="3612546"/>
                  <a:pt x="6197505" y="3569588"/>
                  <a:pt x="6073586" y="3529297"/>
                </a:cubicBezTo>
                <a:cubicBezTo>
                  <a:pt x="5825936" y="3448049"/>
                  <a:pt x="5577333" y="3373849"/>
                  <a:pt x="5315871" y="3302603"/>
                </a:cubicBezTo>
                <a:cubicBezTo>
                  <a:pt x="5283201" y="3293935"/>
                  <a:pt x="5250530" y="3284981"/>
                  <a:pt x="5217764" y="3276599"/>
                </a:cubicBezTo>
                <a:cubicBezTo>
                  <a:pt x="5184903" y="3268217"/>
                  <a:pt x="5152137" y="3259835"/>
                  <a:pt x="5119181" y="3251453"/>
                </a:cubicBezTo>
                <a:cubicBezTo>
                  <a:pt x="5061745" y="3236594"/>
                  <a:pt x="4981068" y="3216687"/>
                  <a:pt x="4882675" y="3192208"/>
                </a:cubicBezTo>
                <a:cubicBezTo>
                  <a:pt x="4784282" y="3167729"/>
                  <a:pt x="4668172" y="3138963"/>
                  <a:pt x="4540156" y="3104864"/>
                </a:cubicBezTo>
                <a:cubicBezTo>
                  <a:pt x="4412235" y="3070764"/>
                  <a:pt x="4272408" y="3030759"/>
                  <a:pt x="4128199" y="2981324"/>
                </a:cubicBezTo>
                <a:cubicBezTo>
                  <a:pt x="4092004" y="2969418"/>
                  <a:pt x="4055905" y="2955607"/>
                  <a:pt x="4019329" y="2942557"/>
                </a:cubicBezTo>
                <a:cubicBezTo>
                  <a:pt x="3983038" y="2928365"/>
                  <a:pt x="3946176" y="2914935"/>
                  <a:pt x="3909791" y="2899409"/>
                </a:cubicBezTo>
                <a:cubicBezTo>
                  <a:pt x="3836353" y="2870072"/>
                  <a:pt x="3763773" y="2835782"/>
                  <a:pt x="3691668" y="2800730"/>
                </a:cubicBezTo>
                <a:cubicBezTo>
                  <a:pt x="3548413" y="2728816"/>
                  <a:pt x="3410586" y="2646425"/>
                  <a:pt x="3283237" y="2560129"/>
                </a:cubicBezTo>
                <a:cubicBezTo>
                  <a:pt x="3155697" y="2473928"/>
                  <a:pt x="3039016" y="2383250"/>
                  <a:pt x="2934622" y="2297048"/>
                </a:cubicBezTo>
                <a:cubicBezTo>
                  <a:pt x="2726119" y="2124074"/>
                  <a:pt x="2567433" y="1968340"/>
                  <a:pt x="2476850" y="1879377"/>
                </a:cubicBezTo>
                <a:cubicBezTo>
                  <a:pt x="2430082" y="1833085"/>
                  <a:pt x="2383219" y="1785746"/>
                  <a:pt x="2336356" y="1737645"/>
                </a:cubicBezTo>
                <a:cubicBezTo>
                  <a:pt x="2324545" y="1725643"/>
                  <a:pt x="2264252" y="1663636"/>
                  <a:pt x="2180527" y="1576196"/>
                </a:cubicBezTo>
                <a:cubicBezTo>
                  <a:pt x="2097374" y="1488661"/>
                  <a:pt x="1990408" y="1375981"/>
                  <a:pt x="1883443" y="1263300"/>
                </a:cubicBezTo>
                <a:cubicBezTo>
                  <a:pt x="1776667" y="1151000"/>
                  <a:pt x="1669225" y="1040034"/>
                  <a:pt x="1584548" y="955357"/>
                </a:cubicBezTo>
                <a:cubicBezTo>
                  <a:pt x="1499871" y="870775"/>
                  <a:pt x="1438244" y="811624"/>
                  <a:pt x="1426338" y="800290"/>
                </a:cubicBezTo>
                <a:cubicBezTo>
                  <a:pt x="1362425" y="738853"/>
                  <a:pt x="1296607" y="678465"/>
                  <a:pt x="1228980" y="620934"/>
                </a:cubicBezTo>
                <a:cubicBezTo>
                  <a:pt x="1166019" y="567594"/>
                  <a:pt x="1101250" y="516349"/>
                  <a:pt x="1035527" y="468629"/>
                </a:cubicBezTo>
                <a:cubicBezTo>
                  <a:pt x="969804" y="421099"/>
                  <a:pt x="903034" y="377189"/>
                  <a:pt x="836550" y="338041"/>
                </a:cubicBezTo>
                <a:cubicBezTo>
                  <a:pt x="703676" y="259555"/>
                  <a:pt x="571088" y="201643"/>
                  <a:pt x="452025" y="166306"/>
                </a:cubicBezTo>
                <a:cubicBezTo>
                  <a:pt x="213138" y="94106"/>
                  <a:pt x="33783" y="112489"/>
                  <a:pt x="8732" y="80581"/>
                </a:cubicBezTo>
                <a:cubicBezTo>
                  <a:pt x="2350" y="79152"/>
                  <a:pt x="-317" y="77056"/>
                  <a:pt x="636" y="74485"/>
                </a:cubicBezTo>
                <a:cubicBezTo>
                  <a:pt x="-1079" y="72389"/>
                  <a:pt x="636" y="69627"/>
                  <a:pt x="6255" y="66293"/>
                </a:cubicBezTo>
                <a:cubicBezTo>
                  <a:pt x="22638" y="46100"/>
                  <a:pt x="77026" y="20764"/>
                  <a:pt x="163894" y="8191"/>
                </a:cubicBezTo>
                <a:cubicBezTo>
                  <a:pt x="207233" y="1999"/>
                  <a:pt x="258382" y="-1430"/>
                  <a:pt x="315723" y="571"/>
                </a:cubicBezTo>
                <a:cubicBezTo>
                  <a:pt x="372873" y="2857"/>
                  <a:pt x="436119" y="10381"/>
                  <a:pt x="502889" y="24574"/>
                </a:cubicBezTo>
                <a:cubicBezTo>
                  <a:pt x="636620" y="52577"/>
                  <a:pt x="783400" y="108775"/>
                  <a:pt x="927609" y="187832"/>
                </a:cubicBezTo>
                <a:cubicBezTo>
                  <a:pt x="999808" y="227170"/>
                  <a:pt x="1071627" y="271938"/>
                  <a:pt x="1142017" y="320706"/>
                </a:cubicBezTo>
                <a:cubicBezTo>
                  <a:pt x="1212311" y="369569"/>
                  <a:pt x="1281367" y="422338"/>
                  <a:pt x="1348423" y="477583"/>
                </a:cubicBezTo>
                <a:cubicBezTo>
                  <a:pt x="1420908" y="536733"/>
                  <a:pt x="1490536" y="598741"/>
                  <a:pt x="1557783" y="661987"/>
                </a:cubicBezTo>
                <a:cubicBezTo>
                  <a:pt x="1570546" y="673893"/>
                  <a:pt x="1633411" y="733996"/>
                  <a:pt x="1719708" y="820006"/>
                </a:cubicBezTo>
                <a:cubicBezTo>
                  <a:pt x="1806004" y="906017"/>
                  <a:pt x="1914780" y="1018222"/>
                  <a:pt x="2022127" y="1130998"/>
                </a:cubicBezTo>
                <a:cubicBezTo>
                  <a:pt x="2129187" y="1243488"/>
                  <a:pt x="2236153" y="1356073"/>
                  <a:pt x="2319211" y="1443418"/>
                </a:cubicBezTo>
                <a:cubicBezTo>
                  <a:pt x="2402365" y="1530190"/>
                  <a:pt x="2461991" y="1591436"/>
                  <a:pt x="2473707" y="1603152"/>
                </a:cubicBezTo>
                <a:cubicBezTo>
                  <a:pt x="2520189" y="1650491"/>
                  <a:pt x="2566290" y="1697068"/>
                  <a:pt x="2612200" y="1742598"/>
                </a:cubicBezTo>
                <a:cubicBezTo>
                  <a:pt x="2700878" y="1830323"/>
                  <a:pt x="2855278" y="1983771"/>
                  <a:pt x="3055208" y="2152459"/>
                </a:cubicBezTo>
                <a:cubicBezTo>
                  <a:pt x="3155221" y="2236564"/>
                  <a:pt x="3266568" y="2324576"/>
                  <a:pt x="3387440" y="2408014"/>
                </a:cubicBezTo>
                <a:cubicBezTo>
                  <a:pt x="3508217" y="2491549"/>
                  <a:pt x="3638138" y="2570987"/>
                  <a:pt x="3772726" y="2640520"/>
                </a:cubicBezTo>
                <a:cubicBezTo>
                  <a:pt x="4041808" y="2778918"/>
                  <a:pt x="4334130" y="2871977"/>
                  <a:pt x="4584828" y="2943034"/>
                </a:cubicBezTo>
                <a:cubicBezTo>
                  <a:pt x="4710272" y="2978753"/>
                  <a:pt x="4825334" y="3009423"/>
                  <a:pt x="4923251" y="3036188"/>
                </a:cubicBezTo>
                <a:cubicBezTo>
                  <a:pt x="5021168" y="3062954"/>
                  <a:pt x="5102130" y="3085242"/>
                  <a:pt x="5159662" y="3102482"/>
                </a:cubicBezTo>
                <a:cubicBezTo>
                  <a:pt x="5192618" y="3112198"/>
                  <a:pt x="5225479" y="3121913"/>
                  <a:pt x="5258245" y="3131724"/>
                </a:cubicBezTo>
                <a:cubicBezTo>
                  <a:pt x="5291107" y="3141439"/>
                  <a:pt x="5323682" y="3151822"/>
                  <a:pt x="5356353" y="3161823"/>
                </a:cubicBezTo>
                <a:cubicBezTo>
                  <a:pt x="5618481" y="3241166"/>
                  <a:pt x="5866131" y="3326796"/>
                  <a:pt x="6112162" y="3419379"/>
                </a:cubicBezTo>
                <a:cubicBezTo>
                  <a:pt x="6235320" y="3465385"/>
                  <a:pt x="6357716" y="3513962"/>
                  <a:pt x="6481541" y="3563969"/>
                </a:cubicBezTo>
                <a:cubicBezTo>
                  <a:pt x="6604985" y="3614832"/>
                  <a:pt x="6730144" y="3666648"/>
                  <a:pt x="6857302" y="3722655"/>
                </a:cubicBezTo>
                <a:cubicBezTo>
                  <a:pt x="6892259" y="3737895"/>
                  <a:pt x="6927025" y="3753230"/>
                  <a:pt x="6961601" y="3769042"/>
                </a:cubicBezTo>
                <a:cubicBezTo>
                  <a:pt x="6996177" y="3784758"/>
                  <a:pt x="7030753" y="3800379"/>
                  <a:pt x="7065329" y="3816095"/>
                </a:cubicBezTo>
                <a:cubicBezTo>
                  <a:pt x="7234397" y="3893724"/>
                  <a:pt x="7406704" y="3977258"/>
                  <a:pt x="7576631" y="4063174"/>
                </a:cubicBezTo>
                <a:cubicBezTo>
                  <a:pt x="7633209" y="4092034"/>
                  <a:pt x="7689406" y="4121276"/>
                  <a:pt x="7745032" y="4151089"/>
                </a:cubicBezTo>
                <a:cubicBezTo>
                  <a:pt x="7815518" y="4188999"/>
                  <a:pt x="7885431" y="4228052"/>
                  <a:pt x="7954678" y="4269104"/>
                </a:cubicBezTo>
                <a:cubicBezTo>
                  <a:pt x="8031259" y="4315110"/>
                  <a:pt x="8107078" y="4363211"/>
                  <a:pt x="8181182" y="4414456"/>
                </a:cubicBezTo>
                <a:cubicBezTo>
                  <a:pt x="8255287" y="4465605"/>
                  <a:pt x="8327486" y="4520183"/>
                  <a:pt x="8397971" y="4576762"/>
                </a:cubicBezTo>
                <a:cubicBezTo>
                  <a:pt x="8539036" y="4689919"/>
                  <a:pt x="8674196" y="4810982"/>
                  <a:pt x="8811832" y="4929663"/>
                </a:cubicBezTo>
                <a:cubicBezTo>
                  <a:pt x="8949564" y="5048154"/>
                  <a:pt x="9089676" y="5165217"/>
                  <a:pt x="9241124" y="5267134"/>
                </a:cubicBezTo>
                <a:cubicBezTo>
                  <a:pt x="9316753" y="5318093"/>
                  <a:pt x="9395143" y="5365242"/>
                  <a:pt x="9476677" y="5406389"/>
                </a:cubicBezTo>
                <a:cubicBezTo>
                  <a:pt x="9558116" y="5447728"/>
                  <a:pt x="9643269" y="5482018"/>
                  <a:pt x="9730804" y="5508402"/>
                </a:cubicBezTo>
                <a:cubicBezTo>
                  <a:pt x="9779477" y="5523547"/>
                  <a:pt x="9829197" y="5534596"/>
                  <a:pt x="9879109" y="5544597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5" name="Title 1"/>
          <p:cNvSpPr txBox="1"/>
          <p:nvPr/>
        </p:nvSpPr>
        <p:spPr>
          <a:xfrm>
            <a:off x="580390" y="5690870"/>
            <a:ext cx="12099290" cy="2927985"/>
          </a:xfrm>
          <a:prstGeom prst="rect">
            <a:avLst/>
          </a:prstGeom>
        </p:spPr>
        <p:txBody>
          <a:bodyPr>
            <a:normAutofit fontScale="6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5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 </a:t>
            </a:r>
            <a:r>
              <a:rPr lang="zh-CN" altLang="en-US" sz="2166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城市飞行棋</a:t>
            </a:r>
            <a:r>
              <a:rPr lang="en-US" altLang="zh-CN" sz="2166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--2</a:t>
            </a:r>
            <a:endParaRPr lang="en-US" altLang="zh-CN" sz="21665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778533" y="872218"/>
            <a:ext cx="171894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Arial" panose="020B0604020202020204" pitchFamily="34" charset="0"/>
                <a:ea typeface="汉仪正圆 55简" panose="00020600040101010101" charset="-122"/>
                <a:cs typeface="Poppins" panose="02000000000000000000" charset="0"/>
              </a:rPr>
              <a:t>www.yoercn.com</a:t>
            </a:r>
            <a:endParaRPr lang="en-US" sz="1600" dirty="0">
              <a:latin typeface="Arial" panose="020B0604020202020204" pitchFamily="34" charset="0"/>
              <a:ea typeface="汉仪正圆 55简" panose="00020600040101010101" charset="-122"/>
              <a:cs typeface="Poppins" panose="02000000000000000000" charset="0"/>
            </a:endParaRPr>
          </a:p>
        </p:txBody>
      </p:sp>
      <p:sp>
        <p:nvSpPr>
          <p:cNvPr id="65" name="Freeform: Shape 64"/>
          <p:cNvSpPr/>
          <p:nvPr/>
        </p:nvSpPr>
        <p:spPr>
          <a:xfrm>
            <a:off x="22688760" y="12559300"/>
            <a:ext cx="174860" cy="291945"/>
          </a:xfrm>
          <a:custGeom>
            <a:avLst/>
            <a:gdLst>
              <a:gd name="connsiteX0" fmla="*/ 160924 w 323916"/>
              <a:gd name="connsiteY0" fmla="*/ 19 h 540808"/>
              <a:gd name="connsiteX1" fmla="*/ 190490 w 323916"/>
              <a:gd name="connsiteY1" fmla="*/ 27567 h 540808"/>
              <a:gd name="connsiteX2" fmla="*/ 190490 w 323916"/>
              <a:gd name="connsiteY2" fmla="*/ 443264 h 540808"/>
              <a:gd name="connsiteX3" fmla="*/ 275084 w 323916"/>
              <a:gd name="connsiteY3" fmla="*/ 358670 h 540808"/>
              <a:gd name="connsiteX4" fmla="*/ 316842 w 323916"/>
              <a:gd name="connsiteY4" fmla="*/ 357323 h 540808"/>
              <a:gd name="connsiteX5" fmla="*/ 323847 w 323916"/>
              <a:gd name="connsiteY5" fmla="*/ 378876 h 540808"/>
              <a:gd name="connsiteX6" fmla="*/ 315495 w 323916"/>
              <a:gd name="connsiteY6" fmla="*/ 399081 h 540808"/>
              <a:gd name="connsiteX7" fmla="*/ 182138 w 323916"/>
              <a:gd name="connsiteY7" fmla="*/ 532438 h 540808"/>
              <a:gd name="connsiteX8" fmla="*/ 141727 w 323916"/>
              <a:gd name="connsiteY8" fmla="*/ 532438 h 540808"/>
              <a:gd name="connsiteX9" fmla="*/ 8370 w 323916"/>
              <a:gd name="connsiteY9" fmla="*/ 399081 h 540808"/>
              <a:gd name="connsiteX10" fmla="*/ 8370 w 323916"/>
              <a:gd name="connsiteY10" fmla="*/ 358670 h 540808"/>
              <a:gd name="connsiteX11" fmla="*/ 48781 w 323916"/>
              <a:gd name="connsiteY11" fmla="*/ 358670 h 540808"/>
              <a:gd name="connsiteX12" fmla="*/ 133375 w 323916"/>
              <a:gd name="connsiteY12" fmla="*/ 443264 h 540808"/>
              <a:gd name="connsiteX13" fmla="*/ 133375 w 323916"/>
              <a:gd name="connsiteY13" fmla="*/ 27567 h 540808"/>
              <a:gd name="connsiteX14" fmla="*/ 160924 w 323916"/>
              <a:gd name="connsiteY14" fmla="*/ 19 h 540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3916" h="540808">
                <a:moveTo>
                  <a:pt x="160924" y="19"/>
                </a:moveTo>
                <a:cubicBezTo>
                  <a:pt x="176696" y="-538"/>
                  <a:pt x="189933" y="11796"/>
                  <a:pt x="190490" y="27567"/>
                </a:cubicBezTo>
                <a:lnTo>
                  <a:pt x="190490" y="443264"/>
                </a:lnTo>
                <a:lnTo>
                  <a:pt x="275084" y="358670"/>
                </a:lnTo>
                <a:cubicBezTo>
                  <a:pt x="286396" y="347110"/>
                  <a:pt x="304808" y="346515"/>
                  <a:pt x="316842" y="357323"/>
                </a:cubicBezTo>
                <a:cubicBezTo>
                  <a:pt x="321869" y="363334"/>
                  <a:pt x="324378" y="371057"/>
                  <a:pt x="323847" y="378876"/>
                </a:cubicBezTo>
                <a:cubicBezTo>
                  <a:pt x="323851" y="386452"/>
                  <a:pt x="320847" y="393719"/>
                  <a:pt x="315495" y="399081"/>
                </a:cubicBezTo>
                <a:lnTo>
                  <a:pt x="182138" y="532438"/>
                </a:lnTo>
                <a:cubicBezTo>
                  <a:pt x="170979" y="543598"/>
                  <a:pt x="152887" y="543598"/>
                  <a:pt x="141727" y="532438"/>
                </a:cubicBezTo>
                <a:lnTo>
                  <a:pt x="8370" y="399081"/>
                </a:lnTo>
                <a:cubicBezTo>
                  <a:pt x="-2789" y="387922"/>
                  <a:pt x="-2789" y="369830"/>
                  <a:pt x="8370" y="358670"/>
                </a:cubicBezTo>
                <a:cubicBezTo>
                  <a:pt x="19530" y="347511"/>
                  <a:pt x="37622" y="347511"/>
                  <a:pt x="48781" y="358670"/>
                </a:cubicBezTo>
                <a:lnTo>
                  <a:pt x="133375" y="443264"/>
                </a:lnTo>
                <a:lnTo>
                  <a:pt x="133375" y="27567"/>
                </a:lnTo>
                <a:cubicBezTo>
                  <a:pt x="133904" y="12578"/>
                  <a:pt x="145934" y="548"/>
                  <a:pt x="160924" y="1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2" name="图片 1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0" y="12437745"/>
            <a:ext cx="6013450" cy="508000"/>
          </a:xfrm>
          <a:prstGeom prst="rect">
            <a:avLst/>
          </a:prstGeom>
        </p:spPr>
      </p:pic>
      <p:pic>
        <p:nvPicPr>
          <p:cNvPr id="4" name="图片 3" descr="优尔教育-LOGO-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0035" y="1209675"/>
            <a:ext cx="10156825" cy="10156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sp>
        <p:nvSpPr>
          <p:cNvPr id="14" name="Title 1"/>
          <p:cNvSpPr txBox="1"/>
          <p:nvPr/>
        </p:nvSpPr>
        <p:spPr>
          <a:xfrm>
            <a:off x="1014730" y="635000"/>
            <a:ext cx="9559925" cy="278955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0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</a:t>
            </a:r>
            <a:r>
              <a:rPr lang="zh-CN" altLang="en-US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复习学具组成</a:t>
            </a:r>
            <a:endParaRPr lang="zh-CN" altLang="en-US" sz="8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615" y="635000"/>
            <a:ext cx="12332970" cy="1233297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5341620" y="9466580"/>
            <a:ext cx="3729990" cy="2200275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184910" y="9352915"/>
            <a:ext cx="3694430" cy="2128520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5392420" y="6609080"/>
            <a:ext cx="3804285" cy="216662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184910" y="6438900"/>
            <a:ext cx="3743325" cy="22021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rcRect l="38325" t="28589" r="41193" b="38154"/>
          <a:stretch>
            <a:fillRect/>
          </a:stretch>
        </p:blipFill>
        <p:spPr>
          <a:xfrm flipH="1">
            <a:off x="3010535" y="1982470"/>
            <a:ext cx="3847465" cy="4281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sp>
        <p:nvSpPr>
          <p:cNvPr id="14" name="Title 1"/>
          <p:cNvSpPr txBox="1"/>
          <p:nvPr/>
        </p:nvSpPr>
        <p:spPr>
          <a:xfrm>
            <a:off x="175895" y="951230"/>
            <a:ext cx="6754495" cy="24733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</a:t>
            </a:r>
            <a:r>
              <a:rPr lang="zh-CN" altLang="en-US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复习游戏规则</a:t>
            </a:r>
            <a:endParaRPr lang="zh-CN" altLang="en-US" sz="8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0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7766685" y="11778615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7766685" y="11044555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8973185" y="11922760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8998585" y="11014075"/>
            <a:ext cx="1544955" cy="908685"/>
          </a:xfrm>
          <a:prstGeom prst="rect">
            <a:avLst/>
          </a:prstGeom>
        </p:spPr>
      </p:pic>
      <p:pic>
        <p:nvPicPr>
          <p:cNvPr id="3" name="图片 2" descr="格米贴纸拆分-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14540" y="9375775"/>
            <a:ext cx="4576445" cy="45764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rcRect l="38325" t="28589" r="41193" b="38154"/>
          <a:stretch>
            <a:fillRect/>
          </a:stretch>
        </p:blipFill>
        <p:spPr>
          <a:xfrm flipH="1">
            <a:off x="1804670" y="3424555"/>
            <a:ext cx="3847465" cy="428180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160145" y="8768080"/>
            <a:ext cx="5257165" cy="1745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骰子掷到数字</a:t>
            </a:r>
            <a:r>
              <a:rPr lang="en-US" altLang="zh-CN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4</a:t>
            </a:r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，</a:t>
            </a:r>
            <a:endParaRPr lang="en-US" altLang="zh-CN" sz="6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  <a:p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小车向前走</a:t>
            </a:r>
            <a:r>
              <a:rPr lang="en-US" altLang="zh-CN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4</a:t>
            </a:r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步。</a:t>
            </a:r>
            <a:endParaRPr lang="zh-CN" altLang="en-US" sz="6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02853 -0.389518 " pathEditMode="relative" rAng="0" ptsTypes="">
                                      <p:cBhvr>
                                        <p:cTn id="2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" y="-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0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14989175" y="4203065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8478500" y="7094855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18432780" y="11305540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8478500" y="2853690"/>
            <a:ext cx="1544955" cy="90868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1665" y="5111115"/>
            <a:ext cx="6126480" cy="2347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66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最先到达终点的小汽车获得游戏的胜利</a:t>
            </a:r>
            <a:endParaRPr lang="zh-CN" sz="66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pic>
        <p:nvPicPr>
          <p:cNvPr id="5" name="图片 4" descr="格米贴纸拆分-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43545" y="10076180"/>
            <a:ext cx="3602990" cy="360299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175895" y="951230"/>
            <a:ext cx="6754495" cy="24733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</a:t>
            </a:r>
            <a:r>
              <a:rPr lang="zh-CN" altLang="en-US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复习游戏规则</a:t>
            </a:r>
            <a:endParaRPr lang="zh-CN" altLang="en-US" sz="8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677410" y="3935095"/>
            <a:ext cx="7768590" cy="2651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88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小朋友们，你认识它吗？</a:t>
            </a:r>
            <a:endParaRPr lang="zh-CN" sz="88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pic>
        <p:nvPicPr>
          <p:cNvPr id="2" name="图片 1" descr="t01c01fd0c73381cb28"/>
          <p:cNvPicPr>
            <a:picLocks noChangeAspect="1"/>
          </p:cNvPicPr>
          <p:nvPr/>
        </p:nvPicPr>
        <p:blipFill>
          <a:blip r:embed="rId2">
            <a:clrChange>
              <a:clrFrom>
                <a:srgbClr val="FCFCFC">
                  <a:alpha val="100000"/>
                </a:srgbClr>
              </a:clrFrom>
              <a:clrTo>
                <a:srgbClr val="FCFCFC">
                  <a:alpha val="100000"/>
                  <a:alpha val="0"/>
                </a:srgbClr>
              </a:clrTo>
            </a:clrChange>
          </a:blip>
          <a:srcRect b="5100"/>
          <a:stretch>
            <a:fillRect/>
          </a:stretch>
        </p:blipFill>
        <p:spPr>
          <a:xfrm>
            <a:off x="15080615" y="1362075"/>
            <a:ext cx="8657590" cy="10955020"/>
          </a:xfrm>
          <a:prstGeom prst="rect">
            <a:avLst/>
          </a:prstGeom>
        </p:spPr>
      </p:pic>
      <p:pic>
        <p:nvPicPr>
          <p:cNvPr id="5" name="图片 4" descr="微信图片_202503200940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314960" y="5926455"/>
            <a:ext cx="6572250" cy="6572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5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10183495" y="5662930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3585190" y="4232910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13649960" y="1373505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0177780" y="2853690"/>
            <a:ext cx="1544955" cy="90868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1665" y="3763010"/>
            <a:ext cx="8134350" cy="3695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66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当小汽车走到带有红绿灯的格子里时，需要投掷颜色骰子</a:t>
            </a:r>
            <a:endParaRPr lang="zh-CN" sz="66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3649960" y="1111885"/>
            <a:ext cx="1459865" cy="141732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4c2dcf10a33833f29ca47e27f2f642e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292" t="31097" r="30958" b="30819"/>
          <a:stretch>
            <a:fillRect/>
          </a:stretch>
        </p:blipFill>
        <p:spPr>
          <a:xfrm>
            <a:off x="1925955" y="7458710"/>
            <a:ext cx="5212080" cy="3482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/>
      <p:bldP spid="6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942840" y="2397125"/>
            <a:ext cx="17684750" cy="1642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8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当骰子掷到红色时，代表暂停一轮游戏</a:t>
            </a:r>
            <a:endParaRPr lang="zh-CN" sz="8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pic>
        <p:nvPicPr>
          <p:cNvPr id="7" name="图片 6" descr="4c2dcf10a33833f29ca47e27f2f642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292" t="31097" r="30958" b="30819"/>
          <a:stretch>
            <a:fillRect/>
          </a:stretch>
        </p:blipFill>
        <p:spPr>
          <a:xfrm>
            <a:off x="20239990" y="9937115"/>
            <a:ext cx="5212080" cy="3482340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2393315" y="2396490"/>
            <a:ext cx="1724025" cy="164274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2393315" y="5342255"/>
            <a:ext cx="1724025" cy="1642745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393315" y="8836025"/>
            <a:ext cx="1724025" cy="1642745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942205" y="5422900"/>
            <a:ext cx="17576165" cy="144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8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当骰子掷到黄色时，代表原地不动</a:t>
            </a:r>
            <a:endParaRPr lang="zh-CN" sz="8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92980" y="8836025"/>
            <a:ext cx="18610580" cy="1800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8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当骰子掷到绿色时，代表再投掷一次骰子</a:t>
            </a:r>
            <a:endParaRPr lang="zh-CN" sz="8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Graphic 17"/>
          <p:cNvSpPr/>
          <p:nvPr/>
        </p:nvSpPr>
        <p:spPr>
          <a:xfrm rot="6300000" flipV="1">
            <a:off x="4634560" y="5186325"/>
            <a:ext cx="6892971" cy="6844723"/>
          </a:xfrm>
          <a:custGeom>
            <a:avLst/>
            <a:gdLst>
              <a:gd name="connsiteX0" fmla="*/ 3626068 w 3626068"/>
              <a:gd name="connsiteY0" fmla="*/ 3592691 h 3600687"/>
              <a:gd name="connsiteX1" fmla="*/ 3551202 w 3626068"/>
              <a:gd name="connsiteY1" fmla="*/ 3598882 h 3600687"/>
              <a:gd name="connsiteX2" fmla="*/ 3020850 w 3626068"/>
              <a:gd name="connsiteY2" fmla="*/ 3519158 h 3600687"/>
              <a:gd name="connsiteX3" fmla="*/ 2552125 w 3626068"/>
              <a:gd name="connsiteY3" fmla="*/ 3269317 h 3600687"/>
              <a:gd name="connsiteX4" fmla="*/ 2459065 w 3626068"/>
              <a:gd name="connsiteY4" fmla="*/ 3196165 h 3600687"/>
              <a:gd name="connsiteX5" fmla="*/ 2423537 w 3626068"/>
              <a:gd name="connsiteY5" fmla="*/ 3165875 h 3600687"/>
              <a:gd name="connsiteX6" fmla="*/ 2388580 w 3626068"/>
              <a:gd name="connsiteY6" fmla="*/ 3134538 h 3600687"/>
              <a:gd name="connsiteX7" fmla="*/ 2288187 w 3626068"/>
              <a:gd name="connsiteY7" fmla="*/ 3035573 h 3600687"/>
              <a:gd name="connsiteX8" fmla="*/ 2264374 w 3626068"/>
              <a:gd name="connsiteY8" fmla="*/ 3009856 h 3600687"/>
              <a:gd name="connsiteX9" fmla="*/ 2241038 w 3626068"/>
              <a:gd name="connsiteY9" fmla="*/ 2983757 h 3600687"/>
              <a:gd name="connsiteX10" fmla="*/ 2195985 w 3626068"/>
              <a:gd name="connsiteY10" fmla="*/ 2931084 h 3600687"/>
              <a:gd name="connsiteX11" fmla="*/ 2160742 w 3626068"/>
              <a:gd name="connsiteY11" fmla="*/ 2887269 h 3600687"/>
              <a:gd name="connsiteX12" fmla="*/ 2125881 w 3626068"/>
              <a:gd name="connsiteY12" fmla="*/ 2842978 h 3600687"/>
              <a:gd name="connsiteX13" fmla="*/ 1911663 w 3626068"/>
              <a:gd name="connsiteY13" fmla="*/ 2508841 h 3600687"/>
              <a:gd name="connsiteX14" fmla="*/ 1743547 w 3626068"/>
              <a:gd name="connsiteY14" fmla="*/ 2152892 h 3600687"/>
              <a:gd name="connsiteX15" fmla="*/ 1706304 w 3626068"/>
              <a:gd name="connsiteY15" fmla="*/ 2058785 h 3600687"/>
              <a:gd name="connsiteX16" fmla="*/ 1611245 w 3626068"/>
              <a:gd name="connsiteY16" fmla="*/ 1779226 h 3600687"/>
              <a:gd name="connsiteX17" fmla="*/ 1582289 w 3626068"/>
              <a:gd name="connsiteY17" fmla="*/ 1681880 h 3600687"/>
              <a:gd name="connsiteX18" fmla="*/ 1553142 w 3626068"/>
              <a:gd name="connsiteY18" fmla="*/ 1577772 h 3600687"/>
              <a:gd name="connsiteX19" fmla="*/ 1494659 w 3626068"/>
              <a:gd name="connsiteY19" fmla="*/ 1358792 h 3600687"/>
              <a:gd name="connsiteX20" fmla="*/ 1433985 w 3626068"/>
              <a:gd name="connsiteY20" fmla="*/ 1141337 h 3600687"/>
              <a:gd name="connsiteX21" fmla="*/ 1369405 w 3626068"/>
              <a:gd name="connsiteY21" fmla="*/ 944074 h 3600687"/>
              <a:gd name="connsiteX22" fmla="*/ 1353213 w 3626068"/>
              <a:gd name="connsiteY22" fmla="*/ 899878 h 3600687"/>
              <a:gd name="connsiteX23" fmla="*/ 1336830 w 3626068"/>
              <a:gd name="connsiteY23" fmla="*/ 858349 h 3600687"/>
              <a:gd name="connsiteX24" fmla="*/ 1305302 w 3626068"/>
              <a:gd name="connsiteY24" fmla="*/ 783863 h 3600687"/>
              <a:gd name="connsiteX25" fmla="*/ 1276441 w 3626068"/>
              <a:gd name="connsiteY25" fmla="*/ 722237 h 3600687"/>
              <a:gd name="connsiteX26" fmla="*/ 1263963 w 3626068"/>
              <a:gd name="connsiteY26" fmla="*/ 696519 h 3600687"/>
              <a:gd name="connsiteX27" fmla="*/ 1252438 w 3626068"/>
              <a:gd name="connsiteY27" fmla="*/ 674802 h 3600687"/>
              <a:gd name="connsiteX28" fmla="*/ 1230245 w 3626068"/>
              <a:gd name="connsiteY28" fmla="*/ 633368 h 3600687"/>
              <a:gd name="connsiteX29" fmla="*/ 1206242 w 3626068"/>
              <a:gd name="connsiteY29" fmla="*/ 592506 h 3600687"/>
              <a:gd name="connsiteX30" fmla="*/ 1188430 w 3626068"/>
              <a:gd name="connsiteY30" fmla="*/ 562883 h 3600687"/>
              <a:gd name="connsiteX31" fmla="*/ 1148425 w 3626068"/>
              <a:gd name="connsiteY31" fmla="*/ 503543 h 3600687"/>
              <a:gd name="connsiteX32" fmla="*/ 1121088 w 3626068"/>
              <a:gd name="connsiteY32" fmla="*/ 466967 h 3600687"/>
              <a:gd name="connsiteX33" fmla="*/ 1090227 w 3626068"/>
              <a:gd name="connsiteY33" fmla="*/ 427438 h 3600687"/>
              <a:gd name="connsiteX34" fmla="*/ 1017266 w 3626068"/>
              <a:gd name="connsiteY34" fmla="*/ 349714 h 3600687"/>
              <a:gd name="connsiteX35" fmla="*/ 856865 w 3626068"/>
              <a:gd name="connsiteY35" fmla="*/ 227318 h 3600687"/>
              <a:gd name="connsiteX36" fmla="*/ 823051 w 3626068"/>
              <a:gd name="connsiteY36" fmla="*/ 207506 h 3600687"/>
              <a:gd name="connsiteX37" fmla="*/ 795333 w 3626068"/>
              <a:gd name="connsiteY37" fmla="*/ 192361 h 3600687"/>
              <a:gd name="connsiteX38" fmla="*/ 764663 w 3626068"/>
              <a:gd name="connsiteY38" fmla="*/ 177121 h 3600687"/>
              <a:gd name="connsiteX39" fmla="*/ 646362 w 3626068"/>
              <a:gd name="connsiteY39" fmla="*/ 129020 h 3600687"/>
              <a:gd name="connsiteX40" fmla="*/ 417858 w 3626068"/>
              <a:gd name="connsiteY40" fmla="*/ 86252 h 3600687"/>
              <a:gd name="connsiteX41" fmla="*/ 214404 w 3626068"/>
              <a:gd name="connsiteY41" fmla="*/ 106350 h 3600687"/>
              <a:gd name="connsiteX42" fmla="*/ 72767 w 3626068"/>
              <a:gd name="connsiteY42" fmla="*/ 158738 h 3600687"/>
              <a:gd name="connsiteX43" fmla="*/ 5806 w 3626068"/>
              <a:gd name="connsiteY43" fmla="*/ 182264 h 3600687"/>
              <a:gd name="connsiteX44" fmla="*/ 853 w 3626068"/>
              <a:gd name="connsiteY44" fmla="*/ 181598 h 3600687"/>
              <a:gd name="connsiteX45" fmla="*/ 1234 w 3626068"/>
              <a:gd name="connsiteY45" fmla="*/ 176740 h 3600687"/>
              <a:gd name="connsiteX46" fmla="*/ 15617 w 3626068"/>
              <a:gd name="connsiteY46" fmla="*/ 150356 h 3600687"/>
              <a:gd name="connsiteX47" fmla="*/ 31524 w 3626068"/>
              <a:gd name="connsiteY47" fmla="*/ 132734 h 3600687"/>
              <a:gd name="connsiteX48" fmla="*/ 53241 w 3626068"/>
              <a:gd name="connsiteY48" fmla="*/ 112922 h 3600687"/>
              <a:gd name="connsiteX49" fmla="*/ 199926 w 3626068"/>
              <a:gd name="connsiteY49" fmla="*/ 33960 h 3600687"/>
              <a:gd name="connsiteX50" fmla="*/ 250027 w 3626068"/>
              <a:gd name="connsiteY50" fmla="*/ 19387 h 3600687"/>
              <a:gd name="connsiteX51" fmla="*/ 304320 w 3626068"/>
              <a:gd name="connsiteY51" fmla="*/ 8338 h 3600687"/>
              <a:gd name="connsiteX52" fmla="*/ 422525 w 3626068"/>
              <a:gd name="connsiteY52" fmla="*/ 146 h 3600687"/>
              <a:gd name="connsiteX53" fmla="*/ 674271 w 3626068"/>
              <a:gd name="connsiteY53" fmla="*/ 41866 h 3600687"/>
              <a:gd name="connsiteX54" fmla="*/ 804858 w 3626068"/>
              <a:gd name="connsiteY54" fmla="*/ 92634 h 3600687"/>
              <a:gd name="connsiteX55" fmla="*/ 838482 w 3626068"/>
              <a:gd name="connsiteY55" fmla="*/ 109208 h 3600687"/>
              <a:gd name="connsiteX56" fmla="*/ 868866 w 3626068"/>
              <a:gd name="connsiteY56" fmla="*/ 125686 h 3600687"/>
              <a:gd name="connsiteX57" fmla="*/ 905823 w 3626068"/>
              <a:gd name="connsiteY57" fmla="*/ 147308 h 3600687"/>
              <a:gd name="connsiteX58" fmla="*/ 1081750 w 3626068"/>
              <a:gd name="connsiteY58" fmla="*/ 281324 h 3600687"/>
              <a:gd name="connsiteX59" fmla="*/ 1162522 w 3626068"/>
              <a:gd name="connsiteY59" fmla="*/ 367145 h 3600687"/>
              <a:gd name="connsiteX60" fmla="*/ 1195955 w 3626068"/>
              <a:gd name="connsiteY60" fmla="*/ 409721 h 3600687"/>
              <a:gd name="connsiteX61" fmla="*/ 1225292 w 3626068"/>
              <a:gd name="connsiteY61" fmla="*/ 448964 h 3600687"/>
              <a:gd name="connsiteX62" fmla="*/ 1268059 w 3626068"/>
              <a:gd name="connsiteY62" fmla="*/ 512306 h 3600687"/>
              <a:gd name="connsiteX63" fmla="*/ 1287109 w 3626068"/>
              <a:gd name="connsiteY63" fmla="*/ 543833 h 3600687"/>
              <a:gd name="connsiteX64" fmla="*/ 1312731 w 3626068"/>
              <a:gd name="connsiteY64" fmla="*/ 587172 h 3600687"/>
              <a:gd name="connsiteX65" fmla="*/ 1336258 w 3626068"/>
              <a:gd name="connsiteY65" fmla="*/ 630987 h 3600687"/>
              <a:gd name="connsiteX66" fmla="*/ 1348355 w 3626068"/>
              <a:gd name="connsiteY66" fmla="*/ 654038 h 3600687"/>
              <a:gd name="connsiteX67" fmla="*/ 1361309 w 3626068"/>
              <a:gd name="connsiteY67" fmla="*/ 681184 h 3600687"/>
              <a:gd name="connsiteX68" fmla="*/ 1391217 w 3626068"/>
              <a:gd name="connsiteY68" fmla="*/ 746049 h 3600687"/>
              <a:gd name="connsiteX69" fmla="*/ 1423602 w 3626068"/>
              <a:gd name="connsiteY69" fmla="*/ 823964 h 3600687"/>
              <a:gd name="connsiteX70" fmla="*/ 1440271 w 3626068"/>
              <a:gd name="connsiteY70" fmla="*/ 867207 h 3600687"/>
              <a:gd name="connsiteX71" fmla="*/ 1456654 w 3626068"/>
              <a:gd name="connsiteY71" fmla="*/ 913022 h 3600687"/>
              <a:gd name="connsiteX72" fmla="*/ 1521043 w 3626068"/>
              <a:gd name="connsiteY72" fmla="*/ 1115905 h 3600687"/>
              <a:gd name="connsiteX73" fmla="*/ 1580098 w 3626068"/>
              <a:gd name="connsiteY73" fmla="*/ 1336504 h 3600687"/>
              <a:gd name="connsiteX74" fmla="*/ 1690302 w 3626068"/>
              <a:gd name="connsiteY74" fmla="*/ 1755604 h 3600687"/>
              <a:gd name="connsiteX75" fmla="*/ 1777742 w 3626068"/>
              <a:gd name="connsiteY75" fmla="*/ 2032972 h 3600687"/>
              <a:gd name="connsiteX76" fmla="*/ 1810794 w 3626068"/>
              <a:gd name="connsiteY76" fmla="*/ 2126793 h 3600687"/>
              <a:gd name="connsiteX77" fmla="*/ 1962527 w 3626068"/>
              <a:gd name="connsiteY77" fmla="*/ 2482266 h 3600687"/>
              <a:gd name="connsiteX78" fmla="*/ 2160171 w 3626068"/>
              <a:gd name="connsiteY78" fmla="*/ 2818118 h 3600687"/>
              <a:gd name="connsiteX79" fmla="*/ 2192746 w 3626068"/>
              <a:gd name="connsiteY79" fmla="*/ 2862885 h 3600687"/>
              <a:gd name="connsiteX80" fmla="*/ 2225798 w 3626068"/>
              <a:gd name="connsiteY80" fmla="*/ 2907176 h 3600687"/>
              <a:gd name="connsiteX81" fmla="*/ 2268279 w 3626068"/>
              <a:gd name="connsiteY81" fmla="*/ 2960516 h 3600687"/>
              <a:gd name="connsiteX82" fmla="*/ 2290282 w 3626068"/>
              <a:gd name="connsiteY82" fmla="*/ 2986901 h 3600687"/>
              <a:gd name="connsiteX83" fmla="*/ 2312856 w 3626068"/>
              <a:gd name="connsiteY83" fmla="*/ 3012999 h 3600687"/>
              <a:gd name="connsiteX84" fmla="*/ 2408487 w 3626068"/>
              <a:gd name="connsiteY84" fmla="*/ 3113488 h 3600687"/>
              <a:gd name="connsiteX85" fmla="*/ 2441920 w 3626068"/>
              <a:gd name="connsiteY85" fmla="*/ 3145397 h 3600687"/>
              <a:gd name="connsiteX86" fmla="*/ 2476020 w 3626068"/>
              <a:gd name="connsiteY86" fmla="*/ 3176258 h 3600687"/>
              <a:gd name="connsiteX87" fmla="*/ 2566031 w 3626068"/>
              <a:gd name="connsiteY87" fmla="*/ 3250743 h 3600687"/>
              <a:gd name="connsiteX88" fmla="*/ 3024374 w 3626068"/>
              <a:gd name="connsiteY88" fmla="*/ 3508871 h 3600687"/>
              <a:gd name="connsiteX89" fmla="*/ 3551011 w 3626068"/>
              <a:gd name="connsiteY89" fmla="*/ 3596882 h 3600687"/>
              <a:gd name="connsiteX90" fmla="*/ 3626068 w 3626068"/>
              <a:gd name="connsiteY90" fmla="*/ 3592691 h 360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3626068" h="3600687">
                <a:moveTo>
                  <a:pt x="3626068" y="3592691"/>
                </a:moveTo>
                <a:cubicBezTo>
                  <a:pt x="3601208" y="3595072"/>
                  <a:pt x="3576348" y="3597930"/>
                  <a:pt x="3551202" y="3598882"/>
                </a:cubicBezTo>
                <a:cubicBezTo>
                  <a:pt x="3371275" y="3608597"/>
                  <a:pt x="3189823" y="3578689"/>
                  <a:pt x="3020850" y="3519158"/>
                </a:cubicBezTo>
                <a:cubicBezTo>
                  <a:pt x="2851591" y="3459722"/>
                  <a:pt x="2693666" y="3373235"/>
                  <a:pt x="2552125" y="3269317"/>
                </a:cubicBezTo>
                <a:cubicBezTo>
                  <a:pt x="2520216" y="3245885"/>
                  <a:pt x="2489450" y="3221311"/>
                  <a:pt x="2459065" y="3196165"/>
                </a:cubicBezTo>
                <a:cubicBezTo>
                  <a:pt x="2447254" y="3186068"/>
                  <a:pt x="2435443" y="3175972"/>
                  <a:pt x="2423537" y="3165875"/>
                </a:cubicBezTo>
                <a:cubicBezTo>
                  <a:pt x="2411916" y="3155493"/>
                  <a:pt x="2400296" y="3145016"/>
                  <a:pt x="2388580" y="3134538"/>
                </a:cubicBezTo>
                <a:cubicBezTo>
                  <a:pt x="2354195" y="3102534"/>
                  <a:pt x="2320381" y="3069673"/>
                  <a:pt x="2288187" y="3035573"/>
                </a:cubicBezTo>
                <a:cubicBezTo>
                  <a:pt x="2279995" y="3027191"/>
                  <a:pt x="2272280" y="3018333"/>
                  <a:pt x="2264374" y="3009856"/>
                </a:cubicBezTo>
                <a:cubicBezTo>
                  <a:pt x="2256468" y="3001188"/>
                  <a:pt x="2248467" y="2992711"/>
                  <a:pt x="2241038" y="2983757"/>
                </a:cubicBezTo>
                <a:cubicBezTo>
                  <a:pt x="2225893" y="2966041"/>
                  <a:pt x="2210939" y="2948515"/>
                  <a:pt x="2195985" y="2931084"/>
                </a:cubicBezTo>
                <a:cubicBezTo>
                  <a:pt x="2183507" y="2917082"/>
                  <a:pt x="2172458" y="2901938"/>
                  <a:pt x="2160742" y="2887269"/>
                </a:cubicBezTo>
                <a:cubicBezTo>
                  <a:pt x="2149122" y="2872505"/>
                  <a:pt x="2137501" y="2857742"/>
                  <a:pt x="2125881" y="2842978"/>
                </a:cubicBezTo>
                <a:cubicBezTo>
                  <a:pt x="2043870" y="2732964"/>
                  <a:pt x="1974147" y="2622569"/>
                  <a:pt x="1911663" y="2508841"/>
                </a:cubicBezTo>
                <a:cubicBezTo>
                  <a:pt x="1849275" y="2395112"/>
                  <a:pt x="1794125" y="2278050"/>
                  <a:pt x="1743547" y="2152892"/>
                </a:cubicBezTo>
                <a:cubicBezTo>
                  <a:pt x="1731165" y="2121554"/>
                  <a:pt x="1718401" y="2090312"/>
                  <a:pt x="1706304" y="2058785"/>
                </a:cubicBezTo>
                <a:cubicBezTo>
                  <a:pt x="1685445" y="2003540"/>
                  <a:pt x="1649250" y="1903527"/>
                  <a:pt x="1611245" y="1779226"/>
                </a:cubicBezTo>
                <a:cubicBezTo>
                  <a:pt x="1602006" y="1748079"/>
                  <a:pt x="1591909" y="1715599"/>
                  <a:pt x="1582289" y="1681880"/>
                </a:cubicBezTo>
                <a:cubicBezTo>
                  <a:pt x="1572859" y="1648162"/>
                  <a:pt x="1562572" y="1613300"/>
                  <a:pt x="1553142" y="1577772"/>
                </a:cubicBezTo>
                <a:cubicBezTo>
                  <a:pt x="1533616" y="1506620"/>
                  <a:pt x="1514376" y="1432611"/>
                  <a:pt x="1494659" y="1358792"/>
                </a:cubicBezTo>
                <a:cubicBezTo>
                  <a:pt x="1474942" y="1284974"/>
                  <a:pt x="1454749" y="1211536"/>
                  <a:pt x="1433985" y="1141337"/>
                </a:cubicBezTo>
                <a:cubicBezTo>
                  <a:pt x="1412744" y="1071423"/>
                  <a:pt x="1391694" y="1004367"/>
                  <a:pt x="1369405" y="944074"/>
                </a:cubicBezTo>
                <a:cubicBezTo>
                  <a:pt x="1363881" y="929024"/>
                  <a:pt x="1358832" y="914070"/>
                  <a:pt x="1353213" y="899878"/>
                </a:cubicBezTo>
                <a:cubicBezTo>
                  <a:pt x="1347593" y="885686"/>
                  <a:pt x="1342164" y="871779"/>
                  <a:pt x="1336830" y="858349"/>
                </a:cubicBezTo>
                <a:cubicBezTo>
                  <a:pt x="1326638" y="831298"/>
                  <a:pt x="1315113" y="806819"/>
                  <a:pt x="1305302" y="783863"/>
                </a:cubicBezTo>
                <a:cubicBezTo>
                  <a:pt x="1295682" y="760813"/>
                  <a:pt x="1285109" y="740620"/>
                  <a:pt x="1276441" y="722237"/>
                </a:cubicBezTo>
                <a:cubicBezTo>
                  <a:pt x="1272060" y="713093"/>
                  <a:pt x="1267869" y="704520"/>
                  <a:pt x="1263963" y="696519"/>
                </a:cubicBezTo>
                <a:cubicBezTo>
                  <a:pt x="1259963" y="688518"/>
                  <a:pt x="1255867" y="681470"/>
                  <a:pt x="1252438" y="674802"/>
                </a:cubicBezTo>
                <a:cubicBezTo>
                  <a:pt x="1245104" y="661086"/>
                  <a:pt x="1237674" y="647275"/>
                  <a:pt x="1230245" y="633368"/>
                </a:cubicBezTo>
                <a:cubicBezTo>
                  <a:pt x="1222911" y="619462"/>
                  <a:pt x="1214243" y="606222"/>
                  <a:pt x="1206242" y="592506"/>
                </a:cubicBezTo>
                <a:cubicBezTo>
                  <a:pt x="1204242" y="589077"/>
                  <a:pt x="1197860" y="578600"/>
                  <a:pt x="1188430" y="562883"/>
                </a:cubicBezTo>
                <a:cubicBezTo>
                  <a:pt x="1178429" y="547453"/>
                  <a:pt x="1164427" y="527355"/>
                  <a:pt x="1148425" y="503543"/>
                </a:cubicBezTo>
                <a:cubicBezTo>
                  <a:pt x="1140615" y="491541"/>
                  <a:pt x="1130613" y="479921"/>
                  <a:pt x="1121088" y="466967"/>
                </a:cubicBezTo>
                <a:cubicBezTo>
                  <a:pt x="1111182" y="454394"/>
                  <a:pt x="1101372" y="440392"/>
                  <a:pt x="1090227" y="427438"/>
                </a:cubicBezTo>
                <a:cubicBezTo>
                  <a:pt x="1068606" y="401054"/>
                  <a:pt x="1043269" y="374955"/>
                  <a:pt x="1017266" y="349714"/>
                </a:cubicBezTo>
                <a:cubicBezTo>
                  <a:pt x="964212" y="300089"/>
                  <a:pt x="905347" y="256464"/>
                  <a:pt x="856865" y="227318"/>
                </a:cubicBezTo>
                <a:cubicBezTo>
                  <a:pt x="844673" y="220174"/>
                  <a:pt x="833529" y="213030"/>
                  <a:pt x="823051" y="207506"/>
                </a:cubicBezTo>
                <a:cubicBezTo>
                  <a:pt x="812574" y="201791"/>
                  <a:pt x="803334" y="196742"/>
                  <a:pt x="795333" y="192361"/>
                </a:cubicBezTo>
                <a:cubicBezTo>
                  <a:pt x="779046" y="184265"/>
                  <a:pt x="768187" y="178931"/>
                  <a:pt x="764663" y="177121"/>
                </a:cubicBezTo>
                <a:cubicBezTo>
                  <a:pt x="726372" y="158833"/>
                  <a:pt x="686748" y="142640"/>
                  <a:pt x="646362" y="129020"/>
                </a:cubicBezTo>
                <a:cubicBezTo>
                  <a:pt x="571115" y="104350"/>
                  <a:pt x="492343" y="89205"/>
                  <a:pt x="417858" y="86252"/>
                </a:cubicBezTo>
                <a:cubicBezTo>
                  <a:pt x="343277" y="82538"/>
                  <a:pt x="273363" y="91777"/>
                  <a:pt x="214404" y="106350"/>
                </a:cubicBezTo>
                <a:cubicBezTo>
                  <a:pt x="155539" y="121685"/>
                  <a:pt x="107819" y="142640"/>
                  <a:pt x="72767" y="158738"/>
                </a:cubicBezTo>
                <a:cubicBezTo>
                  <a:pt x="37810" y="174930"/>
                  <a:pt x="15331" y="186170"/>
                  <a:pt x="5806" y="182264"/>
                </a:cubicBezTo>
                <a:cubicBezTo>
                  <a:pt x="2663" y="183217"/>
                  <a:pt x="1044" y="182931"/>
                  <a:pt x="853" y="181598"/>
                </a:cubicBezTo>
                <a:cubicBezTo>
                  <a:pt x="-385" y="181121"/>
                  <a:pt x="-290" y="179502"/>
                  <a:pt x="1234" y="176740"/>
                </a:cubicBezTo>
                <a:cubicBezTo>
                  <a:pt x="2187" y="170358"/>
                  <a:pt x="7140" y="161500"/>
                  <a:pt x="15617" y="150356"/>
                </a:cubicBezTo>
                <a:cubicBezTo>
                  <a:pt x="19713" y="144641"/>
                  <a:pt x="25142" y="138926"/>
                  <a:pt x="31524" y="132734"/>
                </a:cubicBezTo>
                <a:cubicBezTo>
                  <a:pt x="37905" y="126638"/>
                  <a:pt x="45049" y="119780"/>
                  <a:pt x="53241" y="112922"/>
                </a:cubicBezTo>
                <a:cubicBezTo>
                  <a:pt x="86388" y="85967"/>
                  <a:pt x="136013" y="55391"/>
                  <a:pt x="199926" y="33960"/>
                </a:cubicBezTo>
                <a:cubicBezTo>
                  <a:pt x="215928" y="28817"/>
                  <a:pt x="232501" y="23197"/>
                  <a:pt x="250027" y="19387"/>
                </a:cubicBezTo>
                <a:cubicBezTo>
                  <a:pt x="267458" y="14720"/>
                  <a:pt x="285651" y="11576"/>
                  <a:pt x="304320" y="8338"/>
                </a:cubicBezTo>
                <a:cubicBezTo>
                  <a:pt x="341848" y="3004"/>
                  <a:pt x="381567" y="-806"/>
                  <a:pt x="422525" y="146"/>
                </a:cubicBezTo>
                <a:cubicBezTo>
                  <a:pt x="504726" y="1004"/>
                  <a:pt x="591117" y="15863"/>
                  <a:pt x="674271" y="41866"/>
                </a:cubicBezTo>
                <a:cubicBezTo>
                  <a:pt x="719038" y="55868"/>
                  <a:pt x="762758" y="73013"/>
                  <a:pt x="804858" y="92634"/>
                </a:cubicBezTo>
                <a:cubicBezTo>
                  <a:pt x="808764" y="94539"/>
                  <a:pt x="820670" y="100445"/>
                  <a:pt x="838482" y="109208"/>
                </a:cubicBezTo>
                <a:cubicBezTo>
                  <a:pt x="847245" y="113970"/>
                  <a:pt x="857436" y="119495"/>
                  <a:pt x="868866" y="125686"/>
                </a:cubicBezTo>
                <a:cubicBezTo>
                  <a:pt x="880296" y="131782"/>
                  <a:pt x="892488" y="139497"/>
                  <a:pt x="905823" y="147308"/>
                </a:cubicBezTo>
                <a:cubicBezTo>
                  <a:pt x="958973" y="179216"/>
                  <a:pt x="1023362" y="226746"/>
                  <a:pt x="1081750" y="281324"/>
                </a:cubicBezTo>
                <a:cubicBezTo>
                  <a:pt x="1110516" y="309137"/>
                  <a:pt x="1138424" y="337808"/>
                  <a:pt x="1162522" y="367145"/>
                </a:cubicBezTo>
                <a:cubicBezTo>
                  <a:pt x="1174905" y="381527"/>
                  <a:pt x="1185192" y="396196"/>
                  <a:pt x="1195955" y="409721"/>
                </a:cubicBezTo>
                <a:cubicBezTo>
                  <a:pt x="1206242" y="423533"/>
                  <a:pt x="1216910" y="436201"/>
                  <a:pt x="1225292" y="448964"/>
                </a:cubicBezTo>
                <a:cubicBezTo>
                  <a:pt x="1242437" y="474301"/>
                  <a:pt x="1257391" y="495827"/>
                  <a:pt x="1268059" y="512306"/>
                </a:cubicBezTo>
                <a:cubicBezTo>
                  <a:pt x="1278156" y="529070"/>
                  <a:pt x="1284918" y="540214"/>
                  <a:pt x="1287109" y="543833"/>
                </a:cubicBezTo>
                <a:cubicBezTo>
                  <a:pt x="1295682" y="558407"/>
                  <a:pt x="1304921" y="572504"/>
                  <a:pt x="1312731" y="587172"/>
                </a:cubicBezTo>
                <a:cubicBezTo>
                  <a:pt x="1320637" y="601841"/>
                  <a:pt x="1328448" y="616509"/>
                  <a:pt x="1336258" y="630987"/>
                </a:cubicBezTo>
                <a:cubicBezTo>
                  <a:pt x="1339973" y="638036"/>
                  <a:pt x="1344259" y="645560"/>
                  <a:pt x="1348355" y="654038"/>
                </a:cubicBezTo>
                <a:cubicBezTo>
                  <a:pt x="1352355" y="662515"/>
                  <a:pt x="1356737" y="671564"/>
                  <a:pt x="1361309" y="681184"/>
                </a:cubicBezTo>
                <a:cubicBezTo>
                  <a:pt x="1370358" y="700520"/>
                  <a:pt x="1381311" y="721951"/>
                  <a:pt x="1391217" y="746049"/>
                </a:cubicBezTo>
                <a:cubicBezTo>
                  <a:pt x="1401314" y="770052"/>
                  <a:pt x="1413220" y="795865"/>
                  <a:pt x="1423602" y="823964"/>
                </a:cubicBezTo>
                <a:cubicBezTo>
                  <a:pt x="1429032" y="837965"/>
                  <a:pt x="1434556" y="852348"/>
                  <a:pt x="1440271" y="867207"/>
                </a:cubicBezTo>
                <a:cubicBezTo>
                  <a:pt x="1446081" y="881971"/>
                  <a:pt x="1451034" y="897401"/>
                  <a:pt x="1456654" y="913022"/>
                </a:cubicBezTo>
                <a:cubicBezTo>
                  <a:pt x="1479133" y="975602"/>
                  <a:pt x="1500088" y="1044372"/>
                  <a:pt x="1521043" y="1115905"/>
                </a:cubicBezTo>
                <a:cubicBezTo>
                  <a:pt x="1541427" y="1187533"/>
                  <a:pt x="1561239" y="1262114"/>
                  <a:pt x="1580098" y="1336504"/>
                </a:cubicBezTo>
                <a:cubicBezTo>
                  <a:pt x="1617817" y="1485380"/>
                  <a:pt x="1654298" y="1632636"/>
                  <a:pt x="1690302" y="1755604"/>
                </a:cubicBezTo>
                <a:cubicBezTo>
                  <a:pt x="1725831" y="1878762"/>
                  <a:pt x="1759263" y="1977822"/>
                  <a:pt x="1777742" y="2032972"/>
                </a:cubicBezTo>
                <a:cubicBezTo>
                  <a:pt x="1788410" y="2064500"/>
                  <a:pt x="1799840" y="2095551"/>
                  <a:pt x="1810794" y="2126793"/>
                </a:cubicBezTo>
                <a:cubicBezTo>
                  <a:pt x="1856990" y="2251094"/>
                  <a:pt x="1906139" y="2368157"/>
                  <a:pt x="1962527" y="2482266"/>
                </a:cubicBezTo>
                <a:cubicBezTo>
                  <a:pt x="2019010" y="2596280"/>
                  <a:pt x="2082732" y="2707723"/>
                  <a:pt x="2160171" y="2818118"/>
                </a:cubicBezTo>
                <a:cubicBezTo>
                  <a:pt x="2171029" y="2833072"/>
                  <a:pt x="2181888" y="2848026"/>
                  <a:pt x="2192746" y="2862885"/>
                </a:cubicBezTo>
                <a:cubicBezTo>
                  <a:pt x="2203795" y="2877649"/>
                  <a:pt x="2214082" y="2892984"/>
                  <a:pt x="2225798" y="2907176"/>
                </a:cubicBezTo>
                <a:cubicBezTo>
                  <a:pt x="2239895" y="2924798"/>
                  <a:pt x="2254087" y="2942609"/>
                  <a:pt x="2268279" y="2960516"/>
                </a:cubicBezTo>
                <a:cubicBezTo>
                  <a:pt x="2275328" y="2969565"/>
                  <a:pt x="2282853" y="2978138"/>
                  <a:pt x="2290282" y="2986901"/>
                </a:cubicBezTo>
                <a:cubicBezTo>
                  <a:pt x="2297807" y="2995568"/>
                  <a:pt x="2305046" y="3004522"/>
                  <a:pt x="2312856" y="3012999"/>
                </a:cubicBezTo>
                <a:cubicBezTo>
                  <a:pt x="2343336" y="3047575"/>
                  <a:pt x="2375626" y="3080913"/>
                  <a:pt x="2408487" y="3113488"/>
                </a:cubicBezTo>
                <a:cubicBezTo>
                  <a:pt x="2419632" y="3124156"/>
                  <a:pt x="2430871" y="3134729"/>
                  <a:pt x="2441920" y="3145397"/>
                </a:cubicBezTo>
                <a:cubicBezTo>
                  <a:pt x="2453350" y="3155684"/>
                  <a:pt x="2464685" y="3166066"/>
                  <a:pt x="2476020" y="3176258"/>
                </a:cubicBezTo>
                <a:cubicBezTo>
                  <a:pt x="2505261" y="3201880"/>
                  <a:pt x="2535075" y="3226931"/>
                  <a:pt x="2566031" y="3250743"/>
                </a:cubicBezTo>
                <a:cubicBezTo>
                  <a:pt x="2702334" y="3358185"/>
                  <a:pt x="2857305" y="3447244"/>
                  <a:pt x="3024374" y="3508871"/>
                </a:cubicBezTo>
                <a:cubicBezTo>
                  <a:pt x="3191252" y="3570688"/>
                  <a:pt x="3371275" y="3602882"/>
                  <a:pt x="3551011" y="3596882"/>
                </a:cubicBezTo>
                <a:cubicBezTo>
                  <a:pt x="3576252" y="3596596"/>
                  <a:pt x="3601113" y="3594405"/>
                  <a:pt x="3626068" y="3592691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endParaRPr lang="en-ID"/>
          </a:p>
        </p:txBody>
      </p:sp>
      <p:pic>
        <p:nvPicPr>
          <p:cNvPr id="2" name="图片 1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740" y="12851765"/>
            <a:ext cx="3588385" cy="329565"/>
          </a:xfrm>
          <a:prstGeom prst="rect">
            <a:avLst/>
          </a:prstGeom>
        </p:spPr>
      </p:pic>
      <p:pic>
        <p:nvPicPr>
          <p:cNvPr id="6" name="图片 5" descr="ea6f24e1d2455ac3f0897ac1606e9bf"/>
          <p:cNvPicPr>
            <a:picLocks noChangeAspect="1"/>
          </p:cNvPicPr>
          <p:nvPr/>
        </p:nvPicPr>
        <p:blipFill>
          <a:blip r:embed="rId2"/>
          <a:srcRect l="-6459" b="688"/>
          <a:stretch>
            <a:fillRect/>
          </a:stretch>
        </p:blipFill>
        <p:spPr>
          <a:xfrm>
            <a:off x="-1555115" y="-635"/>
            <a:ext cx="26033730" cy="13679805"/>
          </a:xfrm>
          <a:prstGeom prst="rect">
            <a:avLst/>
          </a:prstGeom>
        </p:spPr>
      </p:pic>
      <p:pic>
        <p:nvPicPr>
          <p:cNvPr id="20" name="图片 19" descr="ea6f24e1d2455ac3f0897ac1606e9bf"/>
          <p:cNvPicPr>
            <a:picLocks noChangeAspect="1"/>
          </p:cNvPicPr>
          <p:nvPr/>
        </p:nvPicPr>
        <p:blipFill>
          <a:blip r:embed="rId2"/>
          <a:srcRect l="85094" t="74339" r="2875" b="16250"/>
          <a:stretch>
            <a:fillRect/>
          </a:stretch>
        </p:blipFill>
        <p:spPr>
          <a:xfrm>
            <a:off x="21111845" y="12160885"/>
            <a:ext cx="3091815" cy="1147445"/>
          </a:xfrm>
          <a:prstGeom prst="rect">
            <a:avLst/>
          </a:prstGeom>
        </p:spPr>
      </p:pic>
      <p:pic>
        <p:nvPicPr>
          <p:cNvPr id="3" name="图片 2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630" y="12746355"/>
            <a:ext cx="4735195" cy="400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9"/>
          <p:cNvSpPr/>
          <p:nvPr/>
        </p:nvSpPr>
        <p:spPr>
          <a:xfrm>
            <a:off x="17612360" y="1423670"/>
            <a:ext cx="5725795" cy="6145530"/>
          </a:xfrm>
          <a:custGeom>
            <a:avLst/>
            <a:gdLst>
              <a:gd name="connsiteX0" fmla="*/ 193226 w 2299605"/>
              <a:gd name="connsiteY0" fmla="*/ 2084459 h 2910652"/>
              <a:gd name="connsiteX1" fmla="*/ 398103 w 2299605"/>
              <a:gd name="connsiteY1" fmla="*/ 2484563 h 2910652"/>
              <a:gd name="connsiteX2" fmla="*/ 1251757 w 2299605"/>
              <a:gd name="connsiteY2" fmla="*/ 2779259 h 2910652"/>
              <a:gd name="connsiteX3" fmla="*/ 2195972 w 2299605"/>
              <a:gd name="connsiteY3" fmla="*/ 1371844 h 2910652"/>
              <a:gd name="connsiteX4" fmla="*/ 396619 w 2299605"/>
              <a:gd name="connsiteY4" fmla="*/ 570152 h 2910652"/>
              <a:gd name="connsiteX5" fmla="*/ 193226 w 2299605"/>
              <a:gd name="connsiteY5" fmla="*/ 2084459 h 291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605" h="2910652">
                <a:moveTo>
                  <a:pt x="193226" y="2084459"/>
                </a:moveTo>
                <a:cubicBezTo>
                  <a:pt x="278592" y="2210651"/>
                  <a:pt x="361730" y="2336844"/>
                  <a:pt x="398103" y="2484563"/>
                </a:cubicBezTo>
                <a:cubicBezTo>
                  <a:pt x="469365" y="2778516"/>
                  <a:pt x="674242" y="3095482"/>
                  <a:pt x="1251757" y="2779259"/>
                </a:cubicBezTo>
                <a:cubicBezTo>
                  <a:pt x="2195972" y="2262613"/>
                  <a:pt x="1604353" y="2068871"/>
                  <a:pt x="2195972" y="1371844"/>
                </a:cubicBezTo>
                <a:cubicBezTo>
                  <a:pt x="2694802" y="783936"/>
                  <a:pt x="1277738" y="-861759"/>
                  <a:pt x="396619" y="570152"/>
                </a:cubicBezTo>
                <a:cubicBezTo>
                  <a:pt x="131615" y="1000690"/>
                  <a:pt x="-227662" y="1461663"/>
                  <a:pt x="193226" y="2084459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D"/>
          </a:p>
        </p:txBody>
      </p:sp>
      <p:sp>
        <p:nvSpPr>
          <p:cNvPr id="55" name="Title 1"/>
          <p:cNvSpPr txBox="1"/>
          <p:nvPr/>
        </p:nvSpPr>
        <p:spPr>
          <a:xfrm>
            <a:off x="0" y="3820795"/>
            <a:ext cx="10563225" cy="3980815"/>
          </a:xfrm>
          <a:prstGeom prst="rect">
            <a:avLst/>
          </a:prstGeom>
        </p:spPr>
        <p:txBody>
          <a:bodyPr>
            <a:normAutofit fontScale="8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600" dirty="0">
                <a:ln>
                  <a:solidFill>
                    <a:schemeClr val="bg1">
                      <a:lumMod val="90000"/>
                    </a:schemeClr>
                  </a:solidFill>
                </a:ln>
                <a:noFill/>
                <a:latin typeface="Arial" panose="020B0604020202020204" pitchFamily="34" charset="0"/>
                <a:ea typeface="汉仪正圆 55简" panose="00020600040101010101" charset="-122"/>
                <a:cs typeface="Poppins SemiBold" panose="00000700000000000000" pitchFamily="2" charset="0"/>
              </a:rPr>
              <a:t>YOER</a:t>
            </a:r>
            <a:endParaRPr lang="en-US" sz="16600" dirty="0">
              <a:ln>
                <a:solidFill>
                  <a:schemeClr val="bg1">
                    <a:lumMod val="90000"/>
                  </a:schemeClr>
                </a:solidFill>
              </a:ln>
              <a:noFill/>
              <a:latin typeface="Arial" panose="020B0604020202020204" pitchFamily="34" charset="0"/>
              <a:ea typeface="汉仪正圆 55简" panose="00020600040101010101" charset="-122"/>
              <a:cs typeface="Poppins SemiBold" panose="00000700000000000000" pitchFamily="2" charset="0"/>
            </a:endParaRPr>
          </a:p>
          <a:p>
            <a:r>
              <a:rPr lang="en-US" sz="16600" dirty="0">
                <a:ln>
                  <a:solidFill>
                    <a:schemeClr val="bg1">
                      <a:lumMod val="90000"/>
                    </a:schemeClr>
                  </a:solidFill>
                </a:ln>
                <a:noFill/>
                <a:latin typeface="Arial" panose="020B0604020202020204" pitchFamily="34" charset="0"/>
                <a:ea typeface="汉仪正圆 55简" panose="00020600040101010101" charset="-122"/>
                <a:cs typeface="Poppins SemiBold" panose="00000700000000000000" pitchFamily="2" charset="0"/>
              </a:rPr>
              <a:t>EDUCATION</a:t>
            </a:r>
            <a:endParaRPr lang="en-US" sz="16600" dirty="0">
              <a:ln>
                <a:solidFill>
                  <a:schemeClr val="bg1">
                    <a:lumMod val="90000"/>
                  </a:schemeClr>
                </a:solidFill>
              </a:ln>
              <a:noFill/>
              <a:latin typeface="Arial" panose="020B0604020202020204" pitchFamily="34" charset="0"/>
              <a:ea typeface="汉仪正圆 55简" panose="00020600040101010101" charset="-122"/>
              <a:cs typeface="Poppins SemiBold" panose="00000700000000000000" pitchFamily="2" charset="0"/>
            </a:endParaRPr>
          </a:p>
        </p:txBody>
      </p:sp>
      <p:sp>
        <p:nvSpPr>
          <p:cNvPr id="13" name="Graphic 11"/>
          <p:cNvSpPr/>
          <p:nvPr/>
        </p:nvSpPr>
        <p:spPr>
          <a:xfrm>
            <a:off x="11569065" y="1423670"/>
            <a:ext cx="12106910" cy="11014075"/>
          </a:xfrm>
          <a:custGeom>
            <a:avLst/>
            <a:gdLst>
              <a:gd name="connsiteX0" fmla="*/ 833585 w 6324872"/>
              <a:gd name="connsiteY0" fmla="*/ 1508446 h 5912213"/>
              <a:gd name="connsiteX1" fmla="*/ 1405298 w 6324872"/>
              <a:gd name="connsiteY1" fmla="*/ 1018727 h 5912213"/>
              <a:gd name="connsiteX2" fmla="*/ 4252630 w 6324872"/>
              <a:gd name="connsiteY2" fmla="*/ 326831 h 5912213"/>
              <a:gd name="connsiteX3" fmla="*/ 6292375 w 6324872"/>
              <a:gd name="connsiteY3" fmla="*/ 2806875 h 5912213"/>
              <a:gd name="connsiteX4" fmla="*/ 1880414 w 6324872"/>
              <a:gd name="connsiteY4" fmla="*/ 5179090 h 5912213"/>
              <a:gd name="connsiteX5" fmla="*/ 833585 w 6324872"/>
              <a:gd name="connsiteY5" fmla="*/ 1508446 h 5912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24872" h="5912213">
                <a:moveTo>
                  <a:pt x="833585" y="1508446"/>
                </a:moveTo>
                <a:cubicBezTo>
                  <a:pt x="1036885" y="1360183"/>
                  <a:pt x="1231200" y="1199564"/>
                  <a:pt x="1405298" y="1018727"/>
                </a:cubicBezTo>
                <a:cubicBezTo>
                  <a:pt x="1899509" y="508791"/>
                  <a:pt x="3124929" y="-529053"/>
                  <a:pt x="4252630" y="326831"/>
                </a:cubicBezTo>
                <a:cubicBezTo>
                  <a:pt x="5708307" y="1432068"/>
                  <a:pt x="6499045" y="1432068"/>
                  <a:pt x="6292375" y="2806875"/>
                </a:cubicBezTo>
                <a:cubicBezTo>
                  <a:pt x="6085705" y="4181681"/>
                  <a:pt x="4414371" y="7335649"/>
                  <a:pt x="1880414" y="5179090"/>
                </a:cubicBezTo>
                <a:cubicBezTo>
                  <a:pt x="-449119" y="3196628"/>
                  <a:pt x="-386219" y="2399150"/>
                  <a:pt x="833585" y="1508446"/>
                </a:cubicBezTo>
                <a:close/>
              </a:path>
            </a:pathLst>
          </a:custGeom>
          <a:solidFill>
            <a:schemeClr val="accent1"/>
          </a:solidFill>
          <a:ln w="112259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7" name="TextBox 46"/>
          <p:cNvSpPr txBox="1"/>
          <p:nvPr/>
        </p:nvSpPr>
        <p:spPr>
          <a:xfrm>
            <a:off x="1113422" y="872571"/>
            <a:ext cx="14490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Arial" panose="020B0604020202020204" pitchFamily="34" charset="0"/>
                <a:cs typeface="Poppins" panose="02000000000000000000" charset="0"/>
              </a:rPr>
              <a:t>400-108-1087</a:t>
            </a:r>
            <a:endParaRPr lang="en-US" sz="1600" dirty="0">
              <a:latin typeface="Arial" panose="020B0604020202020204" pitchFamily="34" charset="0"/>
              <a:cs typeface="Poppins" panose="02000000000000000000" charset="0"/>
            </a:endParaRPr>
          </a:p>
        </p:txBody>
      </p:sp>
      <p:sp>
        <p:nvSpPr>
          <p:cNvPr id="54" name="Graphic 52"/>
          <p:cNvSpPr/>
          <p:nvPr/>
        </p:nvSpPr>
        <p:spPr>
          <a:xfrm>
            <a:off x="-44620" y="4399180"/>
            <a:ext cx="16614656" cy="9324886"/>
          </a:xfrm>
          <a:custGeom>
            <a:avLst/>
            <a:gdLst>
              <a:gd name="connsiteX0" fmla="*/ 9879109 w 9879108"/>
              <a:gd name="connsiteY0" fmla="*/ 5544597 h 5544596"/>
              <a:gd name="connsiteX1" fmla="*/ 9729661 w 9879108"/>
              <a:gd name="connsiteY1" fmla="*/ 5511926 h 5544596"/>
              <a:gd name="connsiteX2" fmla="*/ 9472677 w 9879108"/>
              <a:gd name="connsiteY2" fmla="*/ 5414295 h 5544596"/>
              <a:gd name="connsiteX3" fmla="*/ 9233694 w 9879108"/>
              <a:gd name="connsiteY3" fmla="*/ 5278183 h 5544596"/>
              <a:gd name="connsiteX4" fmla="*/ 8797640 w 9879108"/>
              <a:gd name="connsiteY4" fmla="*/ 4946236 h 5544596"/>
              <a:gd name="connsiteX5" fmla="*/ 8378064 w 9879108"/>
              <a:gd name="connsiteY5" fmla="*/ 4602003 h 5544596"/>
              <a:gd name="connsiteX6" fmla="*/ 8159465 w 9879108"/>
              <a:gd name="connsiteY6" fmla="*/ 4446746 h 5544596"/>
              <a:gd name="connsiteX7" fmla="*/ 7931055 w 9879108"/>
              <a:gd name="connsiteY7" fmla="*/ 4309967 h 5544596"/>
              <a:gd name="connsiteX8" fmla="*/ 7720458 w 9879108"/>
              <a:gd name="connsiteY8" fmla="*/ 4198334 h 5544596"/>
              <a:gd name="connsiteX9" fmla="*/ 7550722 w 9879108"/>
              <a:gd name="connsiteY9" fmla="*/ 4115942 h 5544596"/>
              <a:gd name="connsiteX10" fmla="*/ 7034182 w 9879108"/>
              <a:gd name="connsiteY10" fmla="*/ 3887056 h 5544596"/>
              <a:gd name="connsiteX11" fmla="*/ 6929407 w 9879108"/>
              <a:gd name="connsiteY11" fmla="*/ 3844099 h 5544596"/>
              <a:gd name="connsiteX12" fmla="*/ 6824156 w 9879108"/>
              <a:gd name="connsiteY12" fmla="*/ 3801808 h 5544596"/>
              <a:gd name="connsiteX13" fmla="*/ 6445727 w 9879108"/>
              <a:gd name="connsiteY13" fmla="*/ 3657314 h 5544596"/>
              <a:gd name="connsiteX14" fmla="*/ 6073586 w 9879108"/>
              <a:gd name="connsiteY14" fmla="*/ 3529297 h 5544596"/>
              <a:gd name="connsiteX15" fmla="*/ 5315871 w 9879108"/>
              <a:gd name="connsiteY15" fmla="*/ 3302603 h 5544596"/>
              <a:gd name="connsiteX16" fmla="*/ 5217764 w 9879108"/>
              <a:gd name="connsiteY16" fmla="*/ 3276599 h 5544596"/>
              <a:gd name="connsiteX17" fmla="*/ 5119181 w 9879108"/>
              <a:gd name="connsiteY17" fmla="*/ 3251453 h 5544596"/>
              <a:gd name="connsiteX18" fmla="*/ 4882675 w 9879108"/>
              <a:gd name="connsiteY18" fmla="*/ 3192208 h 5544596"/>
              <a:gd name="connsiteX19" fmla="*/ 4540156 w 9879108"/>
              <a:gd name="connsiteY19" fmla="*/ 3104864 h 5544596"/>
              <a:gd name="connsiteX20" fmla="*/ 4128199 w 9879108"/>
              <a:gd name="connsiteY20" fmla="*/ 2981324 h 5544596"/>
              <a:gd name="connsiteX21" fmla="*/ 4019329 w 9879108"/>
              <a:gd name="connsiteY21" fmla="*/ 2942557 h 5544596"/>
              <a:gd name="connsiteX22" fmla="*/ 3909791 w 9879108"/>
              <a:gd name="connsiteY22" fmla="*/ 2899409 h 5544596"/>
              <a:gd name="connsiteX23" fmla="*/ 3691668 w 9879108"/>
              <a:gd name="connsiteY23" fmla="*/ 2800730 h 5544596"/>
              <a:gd name="connsiteX24" fmla="*/ 3283237 w 9879108"/>
              <a:gd name="connsiteY24" fmla="*/ 2560129 h 5544596"/>
              <a:gd name="connsiteX25" fmla="*/ 2934622 w 9879108"/>
              <a:gd name="connsiteY25" fmla="*/ 2297048 h 5544596"/>
              <a:gd name="connsiteX26" fmla="*/ 2476850 w 9879108"/>
              <a:gd name="connsiteY26" fmla="*/ 1879377 h 5544596"/>
              <a:gd name="connsiteX27" fmla="*/ 2336356 w 9879108"/>
              <a:gd name="connsiteY27" fmla="*/ 1737645 h 5544596"/>
              <a:gd name="connsiteX28" fmla="*/ 2180527 w 9879108"/>
              <a:gd name="connsiteY28" fmla="*/ 1576196 h 5544596"/>
              <a:gd name="connsiteX29" fmla="*/ 1883443 w 9879108"/>
              <a:gd name="connsiteY29" fmla="*/ 1263300 h 5544596"/>
              <a:gd name="connsiteX30" fmla="*/ 1584548 w 9879108"/>
              <a:gd name="connsiteY30" fmla="*/ 955357 h 5544596"/>
              <a:gd name="connsiteX31" fmla="*/ 1426338 w 9879108"/>
              <a:gd name="connsiteY31" fmla="*/ 800290 h 5544596"/>
              <a:gd name="connsiteX32" fmla="*/ 1228980 w 9879108"/>
              <a:gd name="connsiteY32" fmla="*/ 620934 h 5544596"/>
              <a:gd name="connsiteX33" fmla="*/ 1035527 w 9879108"/>
              <a:gd name="connsiteY33" fmla="*/ 468629 h 5544596"/>
              <a:gd name="connsiteX34" fmla="*/ 836550 w 9879108"/>
              <a:gd name="connsiteY34" fmla="*/ 338041 h 5544596"/>
              <a:gd name="connsiteX35" fmla="*/ 452025 w 9879108"/>
              <a:gd name="connsiteY35" fmla="*/ 166306 h 5544596"/>
              <a:gd name="connsiteX36" fmla="*/ 8732 w 9879108"/>
              <a:gd name="connsiteY36" fmla="*/ 80581 h 5544596"/>
              <a:gd name="connsiteX37" fmla="*/ 636 w 9879108"/>
              <a:gd name="connsiteY37" fmla="*/ 74485 h 5544596"/>
              <a:gd name="connsiteX38" fmla="*/ 6255 w 9879108"/>
              <a:gd name="connsiteY38" fmla="*/ 66293 h 5544596"/>
              <a:gd name="connsiteX39" fmla="*/ 163894 w 9879108"/>
              <a:gd name="connsiteY39" fmla="*/ 8191 h 5544596"/>
              <a:gd name="connsiteX40" fmla="*/ 315723 w 9879108"/>
              <a:gd name="connsiteY40" fmla="*/ 571 h 5544596"/>
              <a:gd name="connsiteX41" fmla="*/ 502889 w 9879108"/>
              <a:gd name="connsiteY41" fmla="*/ 24574 h 5544596"/>
              <a:gd name="connsiteX42" fmla="*/ 927609 w 9879108"/>
              <a:gd name="connsiteY42" fmla="*/ 187832 h 5544596"/>
              <a:gd name="connsiteX43" fmla="*/ 1142017 w 9879108"/>
              <a:gd name="connsiteY43" fmla="*/ 320706 h 5544596"/>
              <a:gd name="connsiteX44" fmla="*/ 1348423 w 9879108"/>
              <a:gd name="connsiteY44" fmla="*/ 477583 h 5544596"/>
              <a:gd name="connsiteX45" fmla="*/ 1557783 w 9879108"/>
              <a:gd name="connsiteY45" fmla="*/ 661987 h 5544596"/>
              <a:gd name="connsiteX46" fmla="*/ 1719708 w 9879108"/>
              <a:gd name="connsiteY46" fmla="*/ 820006 h 5544596"/>
              <a:gd name="connsiteX47" fmla="*/ 2022127 w 9879108"/>
              <a:gd name="connsiteY47" fmla="*/ 1130998 h 5544596"/>
              <a:gd name="connsiteX48" fmla="*/ 2319211 w 9879108"/>
              <a:gd name="connsiteY48" fmla="*/ 1443418 h 5544596"/>
              <a:gd name="connsiteX49" fmla="*/ 2473707 w 9879108"/>
              <a:gd name="connsiteY49" fmla="*/ 1603152 h 5544596"/>
              <a:gd name="connsiteX50" fmla="*/ 2612200 w 9879108"/>
              <a:gd name="connsiteY50" fmla="*/ 1742598 h 5544596"/>
              <a:gd name="connsiteX51" fmla="*/ 3055208 w 9879108"/>
              <a:gd name="connsiteY51" fmla="*/ 2152459 h 5544596"/>
              <a:gd name="connsiteX52" fmla="*/ 3387440 w 9879108"/>
              <a:gd name="connsiteY52" fmla="*/ 2408014 h 5544596"/>
              <a:gd name="connsiteX53" fmla="*/ 3772726 w 9879108"/>
              <a:gd name="connsiteY53" fmla="*/ 2640520 h 5544596"/>
              <a:gd name="connsiteX54" fmla="*/ 4584828 w 9879108"/>
              <a:gd name="connsiteY54" fmla="*/ 2943034 h 5544596"/>
              <a:gd name="connsiteX55" fmla="*/ 4923251 w 9879108"/>
              <a:gd name="connsiteY55" fmla="*/ 3036188 h 5544596"/>
              <a:gd name="connsiteX56" fmla="*/ 5159662 w 9879108"/>
              <a:gd name="connsiteY56" fmla="*/ 3102482 h 5544596"/>
              <a:gd name="connsiteX57" fmla="*/ 5258245 w 9879108"/>
              <a:gd name="connsiteY57" fmla="*/ 3131724 h 5544596"/>
              <a:gd name="connsiteX58" fmla="*/ 5356353 w 9879108"/>
              <a:gd name="connsiteY58" fmla="*/ 3161823 h 5544596"/>
              <a:gd name="connsiteX59" fmla="*/ 6112162 w 9879108"/>
              <a:gd name="connsiteY59" fmla="*/ 3419379 h 5544596"/>
              <a:gd name="connsiteX60" fmla="*/ 6481541 w 9879108"/>
              <a:gd name="connsiteY60" fmla="*/ 3563969 h 5544596"/>
              <a:gd name="connsiteX61" fmla="*/ 6857302 w 9879108"/>
              <a:gd name="connsiteY61" fmla="*/ 3722655 h 5544596"/>
              <a:gd name="connsiteX62" fmla="*/ 6961601 w 9879108"/>
              <a:gd name="connsiteY62" fmla="*/ 3769042 h 5544596"/>
              <a:gd name="connsiteX63" fmla="*/ 7065329 w 9879108"/>
              <a:gd name="connsiteY63" fmla="*/ 3816095 h 5544596"/>
              <a:gd name="connsiteX64" fmla="*/ 7576631 w 9879108"/>
              <a:gd name="connsiteY64" fmla="*/ 4063174 h 5544596"/>
              <a:gd name="connsiteX65" fmla="*/ 7745032 w 9879108"/>
              <a:gd name="connsiteY65" fmla="*/ 4151089 h 5544596"/>
              <a:gd name="connsiteX66" fmla="*/ 7954678 w 9879108"/>
              <a:gd name="connsiteY66" fmla="*/ 4269104 h 5544596"/>
              <a:gd name="connsiteX67" fmla="*/ 8181182 w 9879108"/>
              <a:gd name="connsiteY67" fmla="*/ 4414456 h 5544596"/>
              <a:gd name="connsiteX68" fmla="*/ 8397971 w 9879108"/>
              <a:gd name="connsiteY68" fmla="*/ 4576762 h 5544596"/>
              <a:gd name="connsiteX69" fmla="*/ 8811832 w 9879108"/>
              <a:gd name="connsiteY69" fmla="*/ 4929663 h 5544596"/>
              <a:gd name="connsiteX70" fmla="*/ 9241124 w 9879108"/>
              <a:gd name="connsiteY70" fmla="*/ 5267134 h 5544596"/>
              <a:gd name="connsiteX71" fmla="*/ 9476677 w 9879108"/>
              <a:gd name="connsiteY71" fmla="*/ 5406389 h 5544596"/>
              <a:gd name="connsiteX72" fmla="*/ 9730804 w 9879108"/>
              <a:gd name="connsiteY72" fmla="*/ 5508402 h 5544596"/>
              <a:gd name="connsiteX73" fmla="*/ 9879109 w 9879108"/>
              <a:gd name="connsiteY73" fmla="*/ 5544597 h 554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879108" h="5544596">
                <a:moveTo>
                  <a:pt x="9879109" y="5544597"/>
                </a:moveTo>
                <a:cubicBezTo>
                  <a:pt x="9829007" y="5535834"/>
                  <a:pt x="9778810" y="5526118"/>
                  <a:pt x="9729661" y="5511926"/>
                </a:cubicBezTo>
                <a:cubicBezTo>
                  <a:pt x="9641364" y="5487257"/>
                  <a:pt x="9555163" y="5454396"/>
                  <a:pt x="9472677" y="5414295"/>
                </a:cubicBezTo>
                <a:cubicBezTo>
                  <a:pt x="9390000" y="5374385"/>
                  <a:pt x="9310466" y="5328189"/>
                  <a:pt x="9233694" y="5278183"/>
                </a:cubicBezTo>
                <a:cubicBezTo>
                  <a:pt x="9079866" y="5178075"/>
                  <a:pt x="8937467" y="5062537"/>
                  <a:pt x="8797640" y="4946236"/>
                </a:cubicBezTo>
                <a:cubicBezTo>
                  <a:pt x="8657813" y="4829651"/>
                  <a:pt x="8520653" y="4711159"/>
                  <a:pt x="8378064" y="4602003"/>
                </a:cubicBezTo>
                <a:cubicBezTo>
                  <a:pt x="8306817" y="4547330"/>
                  <a:pt x="8234141" y="4495323"/>
                  <a:pt x="8159465" y="4446746"/>
                </a:cubicBezTo>
                <a:cubicBezTo>
                  <a:pt x="8084789" y="4398168"/>
                  <a:pt x="8008399" y="4352924"/>
                  <a:pt x="7931055" y="4309967"/>
                </a:cubicBezTo>
                <a:cubicBezTo>
                  <a:pt x="7861618" y="4270914"/>
                  <a:pt x="7791419" y="4233957"/>
                  <a:pt x="7720458" y="4198334"/>
                </a:cubicBezTo>
                <a:cubicBezTo>
                  <a:pt x="7664546" y="4170330"/>
                  <a:pt x="7607872" y="4142898"/>
                  <a:pt x="7550722" y="4115942"/>
                </a:cubicBezTo>
                <a:cubicBezTo>
                  <a:pt x="7379177" y="4035647"/>
                  <a:pt x="7204965" y="3958208"/>
                  <a:pt x="7034182" y="3887056"/>
                </a:cubicBezTo>
                <a:cubicBezTo>
                  <a:pt x="6999320" y="3872769"/>
                  <a:pt x="6964363" y="3858386"/>
                  <a:pt x="6929407" y="3844099"/>
                </a:cubicBezTo>
                <a:cubicBezTo>
                  <a:pt x="6894545" y="3829621"/>
                  <a:pt x="6859398" y="3815619"/>
                  <a:pt x="6824156" y="3801808"/>
                </a:cubicBezTo>
                <a:cubicBezTo>
                  <a:pt x="6696235" y="3749897"/>
                  <a:pt x="6570219" y="3702938"/>
                  <a:pt x="6445727" y="3657314"/>
                </a:cubicBezTo>
                <a:cubicBezTo>
                  <a:pt x="6320950" y="3612546"/>
                  <a:pt x="6197505" y="3569588"/>
                  <a:pt x="6073586" y="3529297"/>
                </a:cubicBezTo>
                <a:cubicBezTo>
                  <a:pt x="5825936" y="3448049"/>
                  <a:pt x="5577333" y="3373849"/>
                  <a:pt x="5315871" y="3302603"/>
                </a:cubicBezTo>
                <a:cubicBezTo>
                  <a:pt x="5283201" y="3293935"/>
                  <a:pt x="5250530" y="3284981"/>
                  <a:pt x="5217764" y="3276599"/>
                </a:cubicBezTo>
                <a:cubicBezTo>
                  <a:pt x="5184903" y="3268217"/>
                  <a:pt x="5152137" y="3259835"/>
                  <a:pt x="5119181" y="3251453"/>
                </a:cubicBezTo>
                <a:cubicBezTo>
                  <a:pt x="5061745" y="3236594"/>
                  <a:pt x="4981068" y="3216687"/>
                  <a:pt x="4882675" y="3192208"/>
                </a:cubicBezTo>
                <a:cubicBezTo>
                  <a:pt x="4784282" y="3167729"/>
                  <a:pt x="4668172" y="3138963"/>
                  <a:pt x="4540156" y="3104864"/>
                </a:cubicBezTo>
                <a:cubicBezTo>
                  <a:pt x="4412235" y="3070764"/>
                  <a:pt x="4272408" y="3030759"/>
                  <a:pt x="4128199" y="2981324"/>
                </a:cubicBezTo>
                <a:cubicBezTo>
                  <a:pt x="4092004" y="2969418"/>
                  <a:pt x="4055905" y="2955607"/>
                  <a:pt x="4019329" y="2942557"/>
                </a:cubicBezTo>
                <a:cubicBezTo>
                  <a:pt x="3983038" y="2928365"/>
                  <a:pt x="3946176" y="2914935"/>
                  <a:pt x="3909791" y="2899409"/>
                </a:cubicBezTo>
                <a:cubicBezTo>
                  <a:pt x="3836353" y="2870072"/>
                  <a:pt x="3763773" y="2835782"/>
                  <a:pt x="3691668" y="2800730"/>
                </a:cubicBezTo>
                <a:cubicBezTo>
                  <a:pt x="3548413" y="2728816"/>
                  <a:pt x="3410586" y="2646425"/>
                  <a:pt x="3283237" y="2560129"/>
                </a:cubicBezTo>
                <a:cubicBezTo>
                  <a:pt x="3155697" y="2473928"/>
                  <a:pt x="3039016" y="2383250"/>
                  <a:pt x="2934622" y="2297048"/>
                </a:cubicBezTo>
                <a:cubicBezTo>
                  <a:pt x="2726119" y="2124074"/>
                  <a:pt x="2567433" y="1968340"/>
                  <a:pt x="2476850" y="1879377"/>
                </a:cubicBezTo>
                <a:cubicBezTo>
                  <a:pt x="2430082" y="1833085"/>
                  <a:pt x="2383219" y="1785746"/>
                  <a:pt x="2336356" y="1737645"/>
                </a:cubicBezTo>
                <a:cubicBezTo>
                  <a:pt x="2324545" y="1725643"/>
                  <a:pt x="2264252" y="1663636"/>
                  <a:pt x="2180527" y="1576196"/>
                </a:cubicBezTo>
                <a:cubicBezTo>
                  <a:pt x="2097374" y="1488661"/>
                  <a:pt x="1990408" y="1375981"/>
                  <a:pt x="1883443" y="1263300"/>
                </a:cubicBezTo>
                <a:cubicBezTo>
                  <a:pt x="1776667" y="1151000"/>
                  <a:pt x="1669225" y="1040034"/>
                  <a:pt x="1584548" y="955357"/>
                </a:cubicBezTo>
                <a:cubicBezTo>
                  <a:pt x="1499871" y="870775"/>
                  <a:pt x="1438244" y="811624"/>
                  <a:pt x="1426338" y="800290"/>
                </a:cubicBezTo>
                <a:cubicBezTo>
                  <a:pt x="1362425" y="738853"/>
                  <a:pt x="1296607" y="678465"/>
                  <a:pt x="1228980" y="620934"/>
                </a:cubicBezTo>
                <a:cubicBezTo>
                  <a:pt x="1166019" y="567594"/>
                  <a:pt x="1101250" y="516349"/>
                  <a:pt x="1035527" y="468629"/>
                </a:cubicBezTo>
                <a:cubicBezTo>
                  <a:pt x="969804" y="421099"/>
                  <a:pt x="903034" y="377189"/>
                  <a:pt x="836550" y="338041"/>
                </a:cubicBezTo>
                <a:cubicBezTo>
                  <a:pt x="703676" y="259555"/>
                  <a:pt x="571088" y="201643"/>
                  <a:pt x="452025" y="166306"/>
                </a:cubicBezTo>
                <a:cubicBezTo>
                  <a:pt x="213138" y="94106"/>
                  <a:pt x="33783" y="112489"/>
                  <a:pt x="8732" y="80581"/>
                </a:cubicBezTo>
                <a:cubicBezTo>
                  <a:pt x="2350" y="79152"/>
                  <a:pt x="-317" y="77056"/>
                  <a:pt x="636" y="74485"/>
                </a:cubicBezTo>
                <a:cubicBezTo>
                  <a:pt x="-1079" y="72389"/>
                  <a:pt x="636" y="69627"/>
                  <a:pt x="6255" y="66293"/>
                </a:cubicBezTo>
                <a:cubicBezTo>
                  <a:pt x="22638" y="46100"/>
                  <a:pt x="77026" y="20764"/>
                  <a:pt x="163894" y="8191"/>
                </a:cubicBezTo>
                <a:cubicBezTo>
                  <a:pt x="207233" y="1999"/>
                  <a:pt x="258382" y="-1430"/>
                  <a:pt x="315723" y="571"/>
                </a:cubicBezTo>
                <a:cubicBezTo>
                  <a:pt x="372873" y="2857"/>
                  <a:pt x="436119" y="10381"/>
                  <a:pt x="502889" y="24574"/>
                </a:cubicBezTo>
                <a:cubicBezTo>
                  <a:pt x="636620" y="52577"/>
                  <a:pt x="783400" y="108775"/>
                  <a:pt x="927609" y="187832"/>
                </a:cubicBezTo>
                <a:cubicBezTo>
                  <a:pt x="999808" y="227170"/>
                  <a:pt x="1071627" y="271938"/>
                  <a:pt x="1142017" y="320706"/>
                </a:cubicBezTo>
                <a:cubicBezTo>
                  <a:pt x="1212311" y="369569"/>
                  <a:pt x="1281367" y="422338"/>
                  <a:pt x="1348423" y="477583"/>
                </a:cubicBezTo>
                <a:cubicBezTo>
                  <a:pt x="1420908" y="536733"/>
                  <a:pt x="1490536" y="598741"/>
                  <a:pt x="1557783" y="661987"/>
                </a:cubicBezTo>
                <a:cubicBezTo>
                  <a:pt x="1570546" y="673893"/>
                  <a:pt x="1633411" y="733996"/>
                  <a:pt x="1719708" y="820006"/>
                </a:cubicBezTo>
                <a:cubicBezTo>
                  <a:pt x="1806004" y="906017"/>
                  <a:pt x="1914780" y="1018222"/>
                  <a:pt x="2022127" y="1130998"/>
                </a:cubicBezTo>
                <a:cubicBezTo>
                  <a:pt x="2129187" y="1243488"/>
                  <a:pt x="2236153" y="1356073"/>
                  <a:pt x="2319211" y="1443418"/>
                </a:cubicBezTo>
                <a:cubicBezTo>
                  <a:pt x="2402365" y="1530190"/>
                  <a:pt x="2461991" y="1591436"/>
                  <a:pt x="2473707" y="1603152"/>
                </a:cubicBezTo>
                <a:cubicBezTo>
                  <a:pt x="2520189" y="1650491"/>
                  <a:pt x="2566290" y="1697068"/>
                  <a:pt x="2612200" y="1742598"/>
                </a:cubicBezTo>
                <a:cubicBezTo>
                  <a:pt x="2700878" y="1830323"/>
                  <a:pt x="2855278" y="1983771"/>
                  <a:pt x="3055208" y="2152459"/>
                </a:cubicBezTo>
                <a:cubicBezTo>
                  <a:pt x="3155221" y="2236564"/>
                  <a:pt x="3266568" y="2324576"/>
                  <a:pt x="3387440" y="2408014"/>
                </a:cubicBezTo>
                <a:cubicBezTo>
                  <a:pt x="3508217" y="2491549"/>
                  <a:pt x="3638138" y="2570987"/>
                  <a:pt x="3772726" y="2640520"/>
                </a:cubicBezTo>
                <a:cubicBezTo>
                  <a:pt x="4041808" y="2778918"/>
                  <a:pt x="4334130" y="2871977"/>
                  <a:pt x="4584828" y="2943034"/>
                </a:cubicBezTo>
                <a:cubicBezTo>
                  <a:pt x="4710272" y="2978753"/>
                  <a:pt x="4825334" y="3009423"/>
                  <a:pt x="4923251" y="3036188"/>
                </a:cubicBezTo>
                <a:cubicBezTo>
                  <a:pt x="5021168" y="3062954"/>
                  <a:pt x="5102130" y="3085242"/>
                  <a:pt x="5159662" y="3102482"/>
                </a:cubicBezTo>
                <a:cubicBezTo>
                  <a:pt x="5192618" y="3112198"/>
                  <a:pt x="5225479" y="3121913"/>
                  <a:pt x="5258245" y="3131724"/>
                </a:cubicBezTo>
                <a:cubicBezTo>
                  <a:pt x="5291107" y="3141439"/>
                  <a:pt x="5323682" y="3151822"/>
                  <a:pt x="5356353" y="3161823"/>
                </a:cubicBezTo>
                <a:cubicBezTo>
                  <a:pt x="5618481" y="3241166"/>
                  <a:pt x="5866131" y="3326796"/>
                  <a:pt x="6112162" y="3419379"/>
                </a:cubicBezTo>
                <a:cubicBezTo>
                  <a:pt x="6235320" y="3465385"/>
                  <a:pt x="6357716" y="3513962"/>
                  <a:pt x="6481541" y="3563969"/>
                </a:cubicBezTo>
                <a:cubicBezTo>
                  <a:pt x="6604985" y="3614832"/>
                  <a:pt x="6730144" y="3666648"/>
                  <a:pt x="6857302" y="3722655"/>
                </a:cubicBezTo>
                <a:cubicBezTo>
                  <a:pt x="6892259" y="3737895"/>
                  <a:pt x="6927025" y="3753230"/>
                  <a:pt x="6961601" y="3769042"/>
                </a:cubicBezTo>
                <a:cubicBezTo>
                  <a:pt x="6996177" y="3784758"/>
                  <a:pt x="7030753" y="3800379"/>
                  <a:pt x="7065329" y="3816095"/>
                </a:cubicBezTo>
                <a:cubicBezTo>
                  <a:pt x="7234397" y="3893724"/>
                  <a:pt x="7406704" y="3977258"/>
                  <a:pt x="7576631" y="4063174"/>
                </a:cubicBezTo>
                <a:cubicBezTo>
                  <a:pt x="7633209" y="4092034"/>
                  <a:pt x="7689406" y="4121276"/>
                  <a:pt x="7745032" y="4151089"/>
                </a:cubicBezTo>
                <a:cubicBezTo>
                  <a:pt x="7815518" y="4188999"/>
                  <a:pt x="7885431" y="4228052"/>
                  <a:pt x="7954678" y="4269104"/>
                </a:cubicBezTo>
                <a:cubicBezTo>
                  <a:pt x="8031259" y="4315110"/>
                  <a:pt x="8107078" y="4363211"/>
                  <a:pt x="8181182" y="4414456"/>
                </a:cubicBezTo>
                <a:cubicBezTo>
                  <a:pt x="8255287" y="4465605"/>
                  <a:pt x="8327486" y="4520183"/>
                  <a:pt x="8397971" y="4576762"/>
                </a:cubicBezTo>
                <a:cubicBezTo>
                  <a:pt x="8539036" y="4689919"/>
                  <a:pt x="8674196" y="4810982"/>
                  <a:pt x="8811832" y="4929663"/>
                </a:cubicBezTo>
                <a:cubicBezTo>
                  <a:pt x="8949564" y="5048154"/>
                  <a:pt x="9089676" y="5165217"/>
                  <a:pt x="9241124" y="5267134"/>
                </a:cubicBezTo>
                <a:cubicBezTo>
                  <a:pt x="9316753" y="5318093"/>
                  <a:pt x="9395143" y="5365242"/>
                  <a:pt x="9476677" y="5406389"/>
                </a:cubicBezTo>
                <a:cubicBezTo>
                  <a:pt x="9558116" y="5447728"/>
                  <a:pt x="9643269" y="5482018"/>
                  <a:pt x="9730804" y="5508402"/>
                </a:cubicBezTo>
                <a:cubicBezTo>
                  <a:pt x="9779477" y="5523547"/>
                  <a:pt x="9829197" y="5534596"/>
                  <a:pt x="9879109" y="5544597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5" name="Title 1"/>
          <p:cNvSpPr txBox="1"/>
          <p:nvPr/>
        </p:nvSpPr>
        <p:spPr>
          <a:xfrm>
            <a:off x="337820" y="5690870"/>
            <a:ext cx="11901805" cy="2927985"/>
          </a:xfrm>
          <a:prstGeom prst="rect">
            <a:avLst/>
          </a:prstGeom>
        </p:spPr>
        <p:txBody>
          <a:bodyPr>
            <a:normAutofit fontScale="6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5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 </a:t>
            </a:r>
            <a:r>
              <a:rPr lang="zh-CN" altLang="en-US" sz="2166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城市飞行棋</a:t>
            </a:r>
            <a:r>
              <a:rPr lang="en-US" altLang="zh-CN" sz="2166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--3</a:t>
            </a:r>
            <a:endParaRPr lang="en-US" altLang="zh-CN" sz="21665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778533" y="872218"/>
            <a:ext cx="171894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Arial" panose="020B0604020202020204" pitchFamily="34" charset="0"/>
                <a:ea typeface="汉仪正圆 55简" panose="00020600040101010101" charset="-122"/>
                <a:cs typeface="Poppins" panose="02000000000000000000" charset="0"/>
              </a:rPr>
              <a:t>www.yoercn.com</a:t>
            </a:r>
            <a:endParaRPr lang="en-US" sz="1600" dirty="0">
              <a:latin typeface="Arial" panose="020B0604020202020204" pitchFamily="34" charset="0"/>
              <a:ea typeface="汉仪正圆 55简" panose="00020600040101010101" charset="-122"/>
              <a:cs typeface="Poppins" panose="02000000000000000000" charset="0"/>
            </a:endParaRPr>
          </a:p>
        </p:txBody>
      </p:sp>
      <p:sp>
        <p:nvSpPr>
          <p:cNvPr id="65" name="Freeform: Shape 64"/>
          <p:cNvSpPr/>
          <p:nvPr/>
        </p:nvSpPr>
        <p:spPr>
          <a:xfrm>
            <a:off x="22688760" y="12559300"/>
            <a:ext cx="174860" cy="291945"/>
          </a:xfrm>
          <a:custGeom>
            <a:avLst/>
            <a:gdLst>
              <a:gd name="connsiteX0" fmla="*/ 160924 w 323916"/>
              <a:gd name="connsiteY0" fmla="*/ 19 h 540808"/>
              <a:gd name="connsiteX1" fmla="*/ 190490 w 323916"/>
              <a:gd name="connsiteY1" fmla="*/ 27567 h 540808"/>
              <a:gd name="connsiteX2" fmla="*/ 190490 w 323916"/>
              <a:gd name="connsiteY2" fmla="*/ 443264 h 540808"/>
              <a:gd name="connsiteX3" fmla="*/ 275084 w 323916"/>
              <a:gd name="connsiteY3" fmla="*/ 358670 h 540808"/>
              <a:gd name="connsiteX4" fmla="*/ 316842 w 323916"/>
              <a:gd name="connsiteY4" fmla="*/ 357323 h 540808"/>
              <a:gd name="connsiteX5" fmla="*/ 323847 w 323916"/>
              <a:gd name="connsiteY5" fmla="*/ 378876 h 540808"/>
              <a:gd name="connsiteX6" fmla="*/ 315495 w 323916"/>
              <a:gd name="connsiteY6" fmla="*/ 399081 h 540808"/>
              <a:gd name="connsiteX7" fmla="*/ 182138 w 323916"/>
              <a:gd name="connsiteY7" fmla="*/ 532438 h 540808"/>
              <a:gd name="connsiteX8" fmla="*/ 141727 w 323916"/>
              <a:gd name="connsiteY8" fmla="*/ 532438 h 540808"/>
              <a:gd name="connsiteX9" fmla="*/ 8370 w 323916"/>
              <a:gd name="connsiteY9" fmla="*/ 399081 h 540808"/>
              <a:gd name="connsiteX10" fmla="*/ 8370 w 323916"/>
              <a:gd name="connsiteY10" fmla="*/ 358670 h 540808"/>
              <a:gd name="connsiteX11" fmla="*/ 48781 w 323916"/>
              <a:gd name="connsiteY11" fmla="*/ 358670 h 540808"/>
              <a:gd name="connsiteX12" fmla="*/ 133375 w 323916"/>
              <a:gd name="connsiteY12" fmla="*/ 443264 h 540808"/>
              <a:gd name="connsiteX13" fmla="*/ 133375 w 323916"/>
              <a:gd name="connsiteY13" fmla="*/ 27567 h 540808"/>
              <a:gd name="connsiteX14" fmla="*/ 160924 w 323916"/>
              <a:gd name="connsiteY14" fmla="*/ 19 h 540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3916" h="540808">
                <a:moveTo>
                  <a:pt x="160924" y="19"/>
                </a:moveTo>
                <a:cubicBezTo>
                  <a:pt x="176696" y="-538"/>
                  <a:pt x="189933" y="11796"/>
                  <a:pt x="190490" y="27567"/>
                </a:cubicBezTo>
                <a:lnTo>
                  <a:pt x="190490" y="443264"/>
                </a:lnTo>
                <a:lnTo>
                  <a:pt x="275084" y="358670"/>
                </a:lnTo>
                <a:cubicBezTo>
                  <a:pt x="286396" y="347110"/>
                  <a:pt x="304808" y="346515"/>
                  <a:pt x="316842" y="357323"/>
                </a:cubicBezTo>
                <a:cubicBezTo>
                  <a:pt x="321869" y="363334"/>
                  <a:pt x="324378" y="371057"/>
                  <a:pt x="323847" y="378876"/>
                </a:cubicBezTo>
                <a:cubicBezTo>
                  <a:pt x="323851" y="386452"/>
                  <a:pt x="320847" y="393719"/>
                  <a:pt x="315495" y="399081"/>
                </a:cubicBezTo>
                <a:lnTo>
                  <a:pt x="182138" y="532438"/>
                </a:lnTo>
                <a:cubicBezTo>
                  <a:pt x="170979" y="543598"/>
                  <a:pt x="152887" y="543598"/>
                  <a:pt x="141727" y="532438"/>
                </a:cubicBezTo>
                <a:lnTo>
                  <a:pt x="8370" y="399081"/>
                </a:lnTo>
                <a:cubicBezTo>
                  <a:pt x="-2789" y="387922"/>
                  <a:pt x="-2789" y="369830"/>
                  <a:pt x="8370" y="358670"/>
                </a:cubicBezTo>
                <a:cubicBezTo>
                  <a:pt x="19530" y="347511"/>
                  <a:pt x="37622" y="347511"/>
                  <a:pt x="48781" y="358670"/>
                </a:cubicBezTo>
                <a:lnTo>
                  <a:pt x="133375" y="443264"/>
                </a:lnTo>
                <a:lnTo>
                  <a:pt x="133375" y="27567"/>
                </a:lnTo>
                <a:cubicBezTo>
                  <a:pt x="133904" y="12578"/>
                  <a:pt x="145934" y="548"/>
                  <a:pt x="160924" y="1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2" name="图片 1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0" y="12437745"/>
            <a:ext cx="6013450" cy="508000"/>
          </a:xfrm>
          <a:prstGeom prst="rect">
            <a:avLst/>
          </a:prstGeom>
        </p:spPr>
      </p:pic>
      <p:pic>
        <p:nvPicPr>
          <p:cNvPr id="4" name="图片 3" descr="优尔教育-LOGO-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0035" y="1209675"/>
            <a:ext cx="10156825" cy="10156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sp>
        <p:nvSpPr>
          <p:cNvPr id="14" name="Title 1"/>
          <p:cNvSpPr txBox="1"/>
          <p:nvPr/>
        </p:nvSpPr>
        <p:spPr>
          <a:xfrm>
            <a:off x="1014730" y="635000"/>
            <a:ext cx="9559925" cy="278955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0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</a:t>
            </a:r>
            <a:r>
              <a:rPr lang="zh-CN" altLang="en-US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复习学具组成</a:t>
            </a:r>
            <a:endParaRPr lang="zh-CN" altLang="en-US" sz="8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615" y="635000"/>
            <a:ext cx="12332970" cy="1233297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5341620" y="9466580"/>
            <a:ext cx="3729990" cy="2200275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184910" y="9352915"/>
            <a:ext cx="3694430" cy="2128520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5392420" y="6609080"/>
            <a:ext cx="3804285" cy="216662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184910" y="6438900"/>
            <a:ext cx="3743325" cy="22021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rcRect l="38325" t="28589" r="41193" b="38154"/>
          <a:stretch>
            <a:fillRect/>
          </a:stretch>
        </p:blipFill>
        <p:spPr>
          <a:xfrm flipH="1">
            <a:off x="3010535" y="1982470"/>
            <a:ext cx="3847465" cy="4281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sp>
        <p:nvSpPr>
          <p:cNvPr id="14" name="Title 1"/>
          <p:cNvSpPr txBox="1"/>
          <p:nvPr/>
        </p:nvSpPr>
        <p:spPr>
          <a:xfrm>
            <a:off x="175895" y="951230"/>
            <a:ext cx="6754495" cy="24733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</a:t>
            </a:r>
            <a:r>
              <a:rPr lang="zh-CN" altLang="en-US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复习游戏规则</a:t>
            </a:r>
            <a:endParaRPr lang="zh-CN" altLang="en-US" sz="8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0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7766685" y="11778615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7766685" y="11044555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8973185" y="11922760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8998585" y="11014075"/>
            <a:ext cx="1544955" cy="908685"/>
          </a:xfrm>
          <a:prstGeom prst="rect">
            <a:avLst/>
          </a:prstGeom>
        </p:spPr>
      </p:pic>
      <p:pic>
        <p:nvPicPr>
          <p:cNvPr id="3" name="图片 2" descr="格米贴纸拆分-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14540" y="9375775"/>
            <a:ext cx="4576445" cy="45764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rcRect l="38325" t="28589" r="41193" b="38154"/>
          <a:stretch>
            <a:fillRect/>
          </a:stretch>
        </p:blipFill>
        <p:spPr>
          <a:xfrm flipH="1">
            <a:off x="1804670" y="3424555"/>
            <a:ext cx="3847465" cy="428180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160145" y="8768080"/>
            <a:ext cx="5257165" cy="1745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骰子掷到数字</a:t>
            </a:r>
            <a:r>
              <a:rPr lang="en-US" altLang="zh-CN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4</a:t>
            </a:r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，</a:t>
            </a:r>
            <a:endParaRPr lang="en-US" altLang="zh-CN" sz="6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  <a:p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小车向前走</a:t>
            </a:r>
            <a:r>
              <a:rPr lang="en-US" altLang="zh-CN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4</a:t>
            </a:r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步。</a:t>
            </a:r>
            <a:endParaRPr lang="zh-CN" altLang="en-US" sz="6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02853 -0.389518 " pathEditMode="relative" rAng="0" ptsTypes="">
                                      <p:cBhvr>
                                        <p:cTn id="2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" y="-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0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14989175" y="4203065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8478500" y="7094855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18432780" y="11305540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8478500" y="2853690"/>
            <a:ext cx="1544955" cy="90868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1665" y="5111115"/>
            <a:ext cx="6126480" cy="2347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66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最先到达终点的小汽车获得游戏的胜利</a:t>
            </a:r>
            <a:endParaRPr lang="zh-CN" sz="66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pic>
        <p:nvPicPr>
          <p:cNvPr id="5" name="图片 4" descr="格米贴纸拆分-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43545" y="10076180"/>
            <a:ext cx="3602990" cy="360299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175895" y="951230"/>
            <a:ext cx="6754495" cy="24733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</a:t>
            </a:r>
            <a:r>
              <a:rPr lang="zh-CN" altLang="en-US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复习游戏规则</a:t>
            </a:r>
            <a:endParaRPr lang="zh-CN" altLang="en-US" sz="8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5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10183495" y="5662930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3585190" y="4232910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13649960" y="1373505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0177780" y="2853690"/>
            <a:ext cx="1544955" cy="90868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1665" y="3763010"/>
            <a:ext cx="8134350" cy="3695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66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当小汽车走到带有红绿灯的格子里时，需要投掷颜色骰子</a:t>
            </a:r>
            <a:endParaRPr lang="zh-CN" sz="66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3649960" y="1111885"/>
            <a:ext cx="1459865" cy="141732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4c2dcf10a33833f29ca47e27f2f642e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292" t="31097" r="30958" b="30819"/>
          <a:stretch>
            <a:fillRect/>
          </a:stretch>
        </p:blipFill>
        <p:spPr>
          <a:xfrm>
            <a:off x="1925955" y="7458710"/>
            <a:ext cx="5212080" cy="3482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/>
      <p:bldP spid="6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942840" y="2397125"/>
            <a:ext cx="17684750" cy="1642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8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当骰子掷到红色时，代表暂停一轮游戏</a:t>
            </a:r>
            <a:endParaRPr lang="zh-CN" sz="8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pic>
        <p:nvPicPr>
          <p:cNvPr id="7" name="图片 6" descr="4c2dcf10a33833f29ca47e27f2f642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292" t="31097" r="30958" b="30819"/>
          <a:stretch>
            <a:fillRect/>
          </a:stretch>
        </p:blipFill>
        <p:spPr>
          <a:xfrm>
            <a:off x="20239990" y="9937115"/>
            <a:ext cx="5212080" cy="3482340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2393315" y="2396490"/>
            <a:ext cx="1724025" cy="164274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2393315" y="5342255"/>
            <a:ext cx="1724025" cy="1642745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393315" y="8836025"/>
            <a:ext cx="1724025" cy="1642745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942205" y="5422900"/>
            <a:ext cx="17576165" cy="144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8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当骰子掷到黄色时，代表原地不动</a:t>
            </a:r>
            <a:endParaRPr lang="zh-CN" sz="8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92980" y="8836025"/>
            <a:ext cx="18610580" cy="1800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8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当骰子掷到绿色时，代表再投掷一次骰子</a:t>
            </a:r>
            <a:endParaRPr lang="zh-CN" sz="8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5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17009110" y="4203065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0177780" y="4232910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13585190" y="5676900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3610590" y="8497570"/>
            <a:ext cx="1544955" cy="90868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1665" y="3763010"/>
            <a:ext cx="8134350" cy="3695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66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当小汽车走到的格子旁边有连通的路线时，小汽车可以直接通向旁边的格子上。</a:t>
            </a:r>
            <a:endParaRPr lang="zh-CN" sz="66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1637645" y="4232910"/>
            <a:ext cx="1946910" cy="87757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15062200" y="8497570"/>
            <a:ext cx="1946910" cy="87757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8416905" y="4233545"/>
            <a:ext cx="1946910" cy="87757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9" presetClass="entr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9" presetClass="entr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0519 -0.000881998 " pathEditMode="relative" rAng="0" ptsTypes="">
                                      <p:cBhvr>
                                        <p:cTn id="2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3904 0.00496704 " pathEditMode="relative" rAng="0" ptsTypes="">
                                      <p:cBhvr>
                                        <p:cTn id="3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37536 0.00589546 " pathEditMode="relative" ptsTypes="">
                                      <p:cBhvr>
                                        <p:cTn id="3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/>
      <p:bldP spid="6" grpId="1" animBg="1"/>
      <p:bldP spid="3" grpId="1" animBg="1"/>
      <p:bldP spid="5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Graphic 17"/>
          <p:cNvSpPr/>
          <p:nvPr/>
        </p:nvSpPr>
        <p:spPr>
          <a:xfrm rot="6300000" flipV="1">
            <a:off x="4634560" y="5186325"/>
            <a:ext cx="6892971" cy="6844723"/>
          </a:xfrm>
          <a:custGeom>
            <a:avLst/>
            <a:gdLst>
              <a:gd name="connsiteX0" fmla="*/ 3626068 w 3626068"/>
              <a:gd name="connsiteY0" fmla="*/ 3592691 h 3600687"/>
              <a:gd name="connsiteX1" fmla="*/ 3551202 w 3626068"/>
              <a:gd name="connsiteY1" fmla="*/ 3598882 h 3600687"/>
              <a:gd name="connsiteX2" fmla="*/ 3020850 w 3626068"/>
              <a:gd name="connsiteY2" fmla="*/ 3519158 h 3600687"/>
              <a:gd name="connsiteX3" fmla="*/ 2552125 w 3626068"/>
              <a:gd name="connsiteY3" fmla="*/ 3269317 h 3600687"/>
              <a:gd name="connsiteX4" fmla="*/ 2459065 w 3626068"/>
              <a:gd name="connsiteY4" fmla="*/ 3196165 h 3600687"/>
              <a:gd name="connsiteX5" fmla="*/ 2423537 w 3626068"/>
              <a:gd name="connsiteY5" fmla="*/ 3165875 h 3600687"/>
              <a:gd name="connsiteX6" fmla="*/ 2388580 w 3626068"/>
              <a:gd name="connsiteY6" fmla="*/ 3134538 h 3600687"/>
              <a:gd name="connsiteX7" fmla="*/ 2288187 w 3626068"/>
              <a:gd name="connsiteY7" fmla="*/ 3035573 h 3600687"/>
              <a:gd name="connsiteX8" fmla="*/ 2264374 w 3626068"/>
              <a:gd name="connsiteY8" fmla="*/ 3009856 h 3600687"/>
              <a:gd name="connsiteX9" fmla="*/ 2241038 w 3626068"/>
              <a:gd name="connsiteY9" fmla="*/ 2983757 h 3600687"/>
              <a:gd name="connsiteX10" fmla="*/ 2195985 w 3626068"/>
              <a:gd name="connsiteY10" fmla="*/ 2931084 h 3600687"/>
              <a:gd name="connsiteX11" fmla="*/ 2160742 w 3626068"/>
              <a:gd name="connsiteY11" fmla="*/ 2887269 h 3600687"/>
              <a:gd name="connsiteX12" fmla="*/ 2125881 w 3626068"/>
              <a:gd name="connsiteY12" fmla="*/ 2842978 h 3600687"/>
              <a:gd name="connsiteX13" fmla="*/ 1911663 w 3626068"/>
              <a:gd name="connsiteY13" fmla="*/ 2508841 h 3600687"/>
              <a:gd name="connsiteX14" fmla="*/ 1743547 w 3626068"/>
              <a:gd name="connsiteY14" fmla="*/ 2152892 h 3600687"/>
              <a:gd name="connsiteX15" fmla="*/ 1706304 w 3626068"/>
              <a:gd name="connsiteY15" fmla="*/ 2058785 h 3600687"/>
              <a:gd name="connsiteX16" fmla="*/ 1611245 w 3626068"/>
              <a:gd name="connsiteY16" fmla="*/ 1779226 h 3600687"/>
              <a:gd name="connsiteX17" fmla="*/ 1582289 w 3626068"/>
              <a:gd name="connsiteY17" fmla="*/ 1681880 h 3600687"/>
              <a:gd name="connsiteX18" fmla="*/ 1553142 w 3626068"/>
              <a:gd name="connsiteY18" fmla="*/ 1577772 h 3600687"/>
              <a:gd name="connsiteX19" fmla="*/ 1494659 w 3626068"/>
              <a:gd name="connsiteY19" fmla="*/ 1358792 h 3600687"/>
              <a:gd name="connsiteX20" fmla="*/ 1433985 w 3626068"/>
              <a:gd name="connsiteY20" fmla="*/ 1141337 h 3600687"/>
              <a:gd name="connsiteX21" fmla="*/ 1369405 w 3626068"/>
              <a:gd name="connsiteY21" fmla="*/ 944074 h 3600687"/>
              <a:gd name="connsiteX22" fmla="*/ 1353213 w 3626068"/>
              <a:gd name="connsiteY22" fmla="*/ 899878 h 3600687"/>
              <a:gd name="connsiteX23" fmla="*/ 1336830 w 3626068"/>
              <a:gd name="connsiteY23" fmla="*/ 858349 h 3600687"/>
              <a:gd name="connsiteX24" fmla="*/ 1305302 w 3626068"/>
              <a:gd name="connsiteY24" fmla="*/ 783863 h 3600687"/>
              <a:gd name="connsiteX25" fmla="*/ 1276441 w 3626068"/>
              <a:gd name="connsiteY25" fmla="*/ 722237 h 3600687"/>
              <a:gd name="connsiteX26" fmla="*/ 1263963 w 3626068"/>
              <a:gd name="connsiteY26" fmla="*/ 696519 h 3600687"/>
              <a:gd name="connsiteX27" fmla="*/ 1252438 w 3626068"/>
              <a:gd name="connsiteY27" fmla="*/ 674802 h 3600687"/>
              <a:gd name="connsiteX28" fmla="*/ 1230245 w 3626068"/>
              <a:gd name="connsiteY28" fmla="*/ 633368 h 3600687"/>
              <a:gd name="connsiteX29" fmla="*/ 1206242 w 3626068"/>
              <a:gd name="connsiteY29" fmla="*/ 592506 h 3600687"/>
              <a:gd name="connsiteX30" fmla="*/ 1188430 w 3626068"/>
              <a:gd name="connsiteY30" fmla="*/ 562883 h 3600687"/>
              <a:gd name="connsiteX31" fmla="*/ 1148425 w 3626068"/>
              <a:gd name="connsiteY31" fmla="*/ 503543 h 3600687"/>
              <a:gd name="connsiteX32" fmla="*/ 1121088 w 3626068"/>
              <a:gd name="connsiteY32" fmla="*/ 466967 h 3600687"/>
              <a:gd name="connsiteX33" fmla="*/ 1090227 w 3626068"/>
              <a:gd name="connsiteY33" fmla="*/ 427438 h 3600687"/>
              <a:gd name="connsiteX34" fmla="*/ 1017266 w 3626068"/>
              <a:gd name="connsiteY34" fmla="*/ 349714 h 3600687"/>
              <a:gd name="connsiteX35" fmla="*/ 856865 w 3626068"/>
              <a:gd name="connsiteY35" fmla="*/ 227318 h 3600687"/>
              <a:gd name="connsiteX36" fmla="*/ 823051 w 3626068"/>
              <a:gd name="connsiteY36" fmla="*/ 207506 h 3600687"/>
              <a:gd name="connsiteX37" fmla="*/ 795333 w 3626068"/>
              <a:gd name="connsiteY37" fmla="*/ 192361 h 3600687"/>
              <a:gd name="connsiteX38" fmla="*/ 764663 w 3626068"/>
              <a:gd name="connsiteY38" fmla="*/ 177121 h 3600687"/>
              <a:gd name="connsiteX39" fmla="*/ 646362 w 3626068"/>
              <a:gd name="connsiteY39" fmla="*/ 129020 h 3600687"/>
              <a:gd name="connsiteX40" fmla="*/ 417858 w 3626068"/>
              <a:gd name="connsiteY40" fmla="*/ 86252 h 3600687"/>
              <a:gd name="connsiteX41" fmla="*/ 214404 w 3626068"/>
              <a:gd name="connsiteY41" fmla="*/ 106350 h 3600687"/>
              <a:gd name="connsiteX42" fmla="*/ 72767 w 3626068"/>
              <a:gd name="connsiteY42" fmla="*/ 158738 h 3600687"/>
              <a:gd name="connsiteX43" fmla="*/ 5806 w 3626068"/>
              <a:gd name="connsiteY43" fmla="*/ 182264 h 3600687"/>
              <a:gd name="connsiteX44" fmla="*/ 853 w 3626068"/>
              <a:gd name="connsiteY44" fmla="*/ 181598 h 3600687"/>
              <a:gd name="connsiteX45" fmla="*/ 1234 w 3626068"/>
              <a:gd name="connsiteY45" fmla="*/ 176740 h 3600687"/>
              <a:gd name="connsiteX46" fmla="*/ 15617 w 3626068"/>
              <a:gd name="connsiteY46" fmla="*/ 150356 h 3600687"/>
              <a:gd name="connsiteX47" fmla="*/ 31524 w 3626068"/>
              <a:gd name="connsiteY47" fmla="*/ 132734 h 3600687"/>
              <a:gd name="connsiteX48" fmla="*/ 53241 w 3626068"/>
              <a:gd name="connsiteY48" fmla="*/ 112922 h 3600687"/>
              <a:gd name="connsiteX49" fmla="*/ 199926 w 3626068"/>
              <a:gd name="connsiteY49" fmla="*/ 33960 h 3600687"/>
              <a:gd name="connsiteX50" fmla="*/ 250027 w 3626068"/>
              <a:gd name="connsiteY50" fmla="*/ 19387 h 3600687"/>
              <a:gd name="connsiteX51" fmla="*/ 304320 w 3626068"/>
              <a:gd name="connsiteY51" fmla="*/ 8338 h 3600687"/>
              <a:gd name="connsiteX52" fmla="*/ 422525 w 3626068"/>
              <a:gd name="connsiteY52" fmla="*/ 146 h 3600687"/>
              <a:gd name="connsiteX53" fmla="*/ 674271 w 3626068"/>
              <a:gd name="connsiteY53" fmla="*/ 41866 h 3600687"/>
              <a:gd name="connsiteX54" fmla="*/ 804858 w 3626068"/>
              <a:gd name="connsiteY54" fmla="*/ 92634 h 3600687"/>
              <a:gd name="connsiteX55" fmla="*/ 838482 w 3626068"/>
              <a:gd name="connsiteY55" fmla="*/ 109208 h 3600687"/>
              <a:gd name="connsiteX56" fmla="*/ 868866 w 3626068"/>
              <a:gd name="connsiteY56" fmla="*/ 125686 h 3600687"/>
              <a:gd name="connsiteX57" fmla="*/ 905823 w 3626068"/>
              <a:gd name="connsiteY57" fmla="*/ 147308 h 3600687"/>
              <a:gd name="connsiteX58" fmla="*/ 1081750 w 3626068"/>
              <a:gd name="connsiteY58" fmla="*/ 281324 h 3600687"/>
              <a:gd name="connsiteX59" fmla="*/ 1162522 w 3626068"/>
              <a:gd name="connsiteY59" fmla="*/ 367145 h 3600687"/>
              <a:gd name="connsiteX60" fmla="*/ 1195955 w 3626068"/>
              <a:gd name="connsiteY60" fmla="*/ 409721 h 3600687"/>
              <a:gd name="connsiteX61" fmla="*/ 1225292 w 3626068"/>
              <a:gd name="connsiteY61" fmla="*/ 448964 h 3600687"/>
              <a:gd name="connsiteX62" fmla="*/ 1268059 w 3626068"/>
              <a:gd name="connsiteY62" fmla="*/ 512306 h 3600687"/>
              <a:gd name="connsiteX63" fmla="*/ 1287109 w 3626068"/>
              <a:gd name="connsiteY63" fmla="*/ 543833 h 3600687"/>
              <a:gd name="connsiteX64" fmla="*/ 1312731 w 3626068"/>
              <a:gd name="connsiteY64" fmla="*/ 587172 h 3600687"/>
              <a:gd name="connsiteX65" fmla="*/ 1336258 w 3626068"/>
              <a:gd name="connsiteY65" fmla="*/ 630987 h 3600687"/>
              <a:gd name="connsiteX66" fmla="*/ 1348355 w 3626068"/>
              <a:gd name="connsiteY66" fmla="*/ 654038 h 3600687"/>
              <a:gd name="connsiteX67" fmla="*/ 1361309 w 3626068"/>
              <a:gd name="connsiteY67" fmla="*/ 681184 h 3600687"/>
              <a:gd name="connsiteX68" fmla="*/ 1391217 w 3626068"/>
              <a:gd name="connsiteY68" fmla="*/ 746049 h 3600687"/>
              <a:gd name="connsiteX69" fmla="*/ 1423602 w 3626068"/>
              <a:gd name="connsiteY69" fmla="*/ 823964 h 3600687"/>
              <a:gd name="connsiteX70" fmla="*/ 1440271 w 3626068"/>
              <a:gd name="connsiteY70" fmla="*/ 867207 h 3600687"/>
              <a:gd name="connsiteX71" fmla="*/ 1456654 w 3626068"/>
              <a:gd name="connsiteY71" fmla="*/ 913022 h 3600687"/>
              <a:gd name="connsiteX72" fmla="*/ 1521043 w 3626068"/>
              <a:gd name="connsiteY72" fmla="*/ 1115905 h 3600687"/>
              <a:gd name="connsiteX73" fmla="*/ 1580098 w 3626068"/>
              <a:gd name="connsiteY73" fmla="*/ 1336504 h 3600687"/>
              <a:gd name="connsiteX74" fmla="*/ 1690302 w 3626068"/>
              <a:gd name="connsiteY74" fmla="*/ 1755604 h 3600687"/>
              <a:gd name="connsiteX75" fmla="*/ 1777742 w 3626068"/>
              <a:gd name="connsiteY75" fmla="*/ 2032972 h 3600687"/>
              <a:gd name="connsiteX76" fmla="*/ 1810794 w 3626068"/>
              <a:gd name="connsiteY76" fmla="*/ 2126793 h 3600687"/>
              <a:gd name="connsiteX77" fmla="*/ 1962527 w 3626068"/>
              <a:gd name="connsiteY77" fmla="*/ 2482266 h 3600687"/>
              <a:gd name="connsiteX78" fmla="*/ 2160171 w 3626068"/>
              <a:gd name="connsiteY78" fmla="*/ 2818118 h 3600687"/>
              <a:gd name="connsiteX79" fmla="*/ 2192746 w 3626068"/>
              <a:gd name="connsiteY79" fmla="*/ 2862885 h 3600687"/>
              <a:gd name="connsiteX80" fmla="*/ 2225798 w 3626068"/>
              <a:gd name="connsiteY80" fmla="*/ 2907176 h 3600687"/>
              <a:gd name="connsiteX81" fmla="*/ 2268279 w 3626068"/>
              <a:gd name="connsiteY81" fmla="*/ 2960516 h 3600687"/>
              <a:gd name="connsiteX82" fmla="*/ 2290282 w 3626068"/>
              <a:gd name="connsiteY82" fmla="*/ 2986901 h 3600687"/>
              <a:gd name="connsiteX83" fmla="*/ 2312856 w 3626068"/>
              <a:gd name="connsiteY83" fmla="*/ 3012999 h 3600687"/>
              <a:gd name="connsiteX84" fmla="*/ 2408487 w 3626068"/>
              <a:gd name="connsiteY84" fmla="*/ 3113488 h 3600687"/>
              <a:gd name="connsiteX85" fmla="*/ 2441920 w 3626068"/>
              <a:gd name="connsiteY85" fmla="*/ 3145397 h 3600687"/>
              <a:gd name="connsiteX86" fmla="*/ 2476020 w 3626068"/>
              <a:gd name="connsiteY86" fmla="*/ 3176258 h 3600687"/>
              <a:gd name="connsiteX87" fmla="*/ 2566031 w 3626068"/>
              <a:gd name="connsiteY87" fmla="*/ 3250743 h 3600687"/>
              <a:gd name="connsiteX88" fmla="*/ 3024374 w 3626068"/>
              <a:gd name="connsiteY88" fmla="*/ 3508871 h 3600687"/>
              <a:gd name="connsiteX89" fmla="*/ 3551011 w 3626068"/>
              <a:gd name="connsiteY89" fmla="*/ 3596882 h 3600687"/>
              <a:gd name="connsiteX90" fmla="*/ 3626068 w 3626068"/>
              <a:gd name="connsiteY90" fmla="*/ 3592691 h 360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3626068" h="3600687">
                <a:moveTo>
                  <a:pt x="3626068" y="3592691"/>
                </a:moveTo>
                <a:cubicBezTo>
                  <a:pt x="3601208" y="3595072"/>
                  <a:pt x="3576348" y="3597930"/>
                  <a:pt x="3551202" y="3598882"/>
                </a:cubicBezTo>
                <a:cubicBezTo>
                  <a:pt x="3371275" y="3608597"/>
                  <a:pt x="3189823" y="3578689"/>
                  <a:pt x="3020850" y="3519158"/>
                </a:cubicBezTo>
                <a:cubicBezTo>
                  <a:pt x="2851591" y="3459722"/>
                  <a:pt x="2693666" y="3373235"/>
                  <a:pt x="2552125" y="3269317"/>
                </a:cubicBezTo>
                <a:cubicBezTo>
                  <a:pt x="2520216" y="3245885"/>
                  <a:pt x="2489450" y="3221311"/>
                  <a:pt x="2459065" y="3196165"/>
                </a:cubicBezTo>
                <a:cubicBezTo>
                  <a:pt x="2447254" y="3186068"/>
                  <a:pt x="2435443" y="3175972"/>
                  <a:pt x="2423537" y="3165875"/>
                </a:cubicBezTo>
                <a:cubicBezTo>
                  <a:pt x="2411916" y="3155493"/>
                  <a:pt x="2400296" y="3145016"/>
                  <a:pt x="2388580" y="3134538"/>
                </a:cubicBezTo>
                <a:cubicBezTo>
                  <a:pt x="2354195" y="3102534"/>
                  <a:pt x="2320381" y="3069673"/>
                  <a:pt x="2288187" y="3035573"/>
                </a:cubicBezTo>
                <a:cubicBezTo>
                  <a:pt x="2279995" y="3027191"/>
                  <a:pt x="2272280" y="3018333"/>
                  <a:pt x="2264374" y="3009856"/>
                </a:cubicBezTo>
                <a:cubicBezTo>
                  <a:pt x="2256468" y="3001188"/>
                  <a:pt x="2248467" y="2992711"/>
                  <a:pt x="2241038" y="2983757"/>
                </a:cubicBezTo>
                <a:cubicBezTo>
                  <a:pt x="2225893" y="2966041"/>
                  <a:pt x="2210939" y="2948515"/>
                  <a:pt x="2195985" y="2931084"/>
                </a:cubicBezTo>
                <a:cubicBezTo>
                  <a:pt x="2183507" y="2917082"/>
                  <a:pt x="2172458" y="2901938"/>
                  <a:pt x="2160742" y="2887269"/>
                </a:cubicBezTo>
                <a:cubicBezTo>
                  <a:pt x="2149122" y="2872505"/>
                  <a:pt x="2137501" y="2857742"/>
                  <a:pt x="2125881" y="2842978"/>
                </a:cubicBezTo>
                <a:cubicBezTo>
                  <a:pt x="2043870" y="2732964"/>
                  <a:pt x="1974147" y="2622569"/>
                  <a:pt x="1911663" y="2508841"/>
                </a:cubicBezTo>
                <a:cubicBezTo>
                  <a:pt x="1849275" y="2395112"/>
                  <a:pt x="1794125" y="2278050"/>
                  <a:pt x="1743547" y="2152892"/>
                </a:cubicBezTo>
                <a:cubicBezTo>
                  <a:pt x="1731165" y="2121554"/>
                  <a:pt x="1718401" y="2090312"/>
                  <a:pt x="1706304" y="2058785"/>
                </a:cubicBezTo>
                <a:cubicBezTo>
                  <a:pt x="1685445" y="2003540"/>
                  <a:pt x="1649250" y="1903527"/>
                  <a:pt x="1611245" y="1779226"/>
                </a:cubicBezTo>
                <a:cubicBezTo>
                  <a:pt x="1602006" y="1748079"/>
                  <a:pt x="1591909" y="1715599"/>
                  <a:pt x="1582289" y="1681880"/>
                </a:cubicBezTo>
                <a:cubicBezTo>
                  <a:pt x="1572859" y="1648162"/>
                  <a:pt x="1562572" y="1613300"/>
                  <a:pt x="1553142" y="1577772"/>
                </a:cubicBezTo>
                <a:cubicBezTo>
                  <a:pt x="1533616" y="1506620"/>
                  <a:pt x="1514376" y="1432611"/>
                  <a:pt x="1494659" y="1358792"/>
                </a:cubicBezTo>
                <a:cubicBezTo>
                  <a:pt x="1474942" y="1284974"/>
                  <a:pt x="1454749" y="1211536"/>
                  <a:pt x="1433985" y="1141337"/>
                </a:cubicBezTo>
                <a:cubicBezTo>
                  <a:pt x="1412744" y="1071423"/>
                  <a:pt x="1391694" y="1004367"/>
                  <a:pt x="1369405" y="944074"/>
                </a:cubicBezTo>
                <a:cubicBezTo>
                  <a:pt x="1363881" y="929024"/>
                  <a:pt x="1358832" y="914070"/>
                  <a:pt x="1353213" y="899878"/>
                </a:cubicBezTo>
                <a:cubicBezTo>
                  <a:pt x="1347593" y="885686"/>
                  <a:pt x="1342164" y="871779"/>
                  <a:pt x="1336830" y="858349"/>
                </a:cubicBezTo>
                <a:cubicBezTo>
                  <a:pt x="1326638" y="831298"/>
                  <a:pt x="1315113" y="806819"/>
                  <a:pt x="1305302" y="783863"/>
                </a:cubicBezTo>
                <a:cubicBezTo>
                  <a:pt x="1295682" y="760813"/>
                  <a:pt x="1285109" y="740620"/>
                  <a:pt x="1276441" y="722237"/>
                </a:cubicBezTo>
                <a:cubicBezTo>
                  <a:pt x="1272060" y="713093"/>
                  <a:pt x="1267869" y="704520"/>
                  <a:pt x="1263963" y="696519"/>
                </a:cubicBezTo>
                <a:cubicBezTo>
                  <a:pt x="1259963" y="688518"/>
                  <a:pt x="1255867" y="681470"/>
                  <a:pt x="1252438" y="674802"/>
                </a:cubicBezTo>
                <a:cubicBezTo>
                  <a:pt x="1245104" y="661086"/>
                  <a:pt x="1237674" y="647275"/>
                  <a:pt x="1230245" y="633368"/>
                </a:cubicBezTo>
                <a:cubicBezTo>
                  <a:pt x="1222911" y="619462"/>
                  <a:pt x="1214243" y="606222"/>
                  <a:pt x="1206242" y="592506"/>
                </a:cubicBezTo>
                <a:cubicBezTo>
                  <a:pt x="1204242" y="589077"/>
                  <a:pt x="1197860" y="578600"/>
                  <a:pt x="1188430" y="562883"/>
                </a:cubicBezTo>
                <a:cubicBezTo>
                  <a:pt x="1178429" y="547453"/>
                  <a:pt x="1164427" y="527355"/>
                  <a:pt x="1148425" y="503543"/>
                </a:cubicBezTo>
                <a:cubicBezTo>
                  <a:pt x="1140615" y="491541"/>
                  <a:pt x="1130613" y="479921"/>
                  <a:pt x="1121088" y="466967"/>
                </a:cubicBezTo>
                <a:cubicBezTo>
                  <a:pt x="1111182" y="454394"/>
                  <a:pt x="1101372" y="440392"/>
                  <a:pt x="1090227" y="427438"/>
                </a:cubicBezTo>
                <a:cubicBezTo>
                  <a:pt x="1068606" y="401054"/>
                  <a:pt x="1043269" y="374955"/>
                  <a:pt x="1017266" y="349714"/>
                </a:cubicBezTo>
                <a:cubicBezTo>
                  <a:pt x="964212" y="300089"/>
                  <a:pt x="905347" y="256464"/>
                  <a:pt x="856865" y="227318"/>
                </a:cubicBezTo>
                <a:cubicBezTo>
                  <a:pt x="844673" y="220174"/>
                  <a:pt x="833529" y="213030"/>
                  <a:pt x="823051" y="207506"/>
                </a:cubicBezTo>
                <a:cubicBezTo>
                  <a:pt x="812574" y="201791"/>
                  <a:pt x="803334" y="196742"/>
                  <a:pt x="795333" y="192361"/>
                </a:cubicBezTo>
                <a:cubicBezTo>
                  <a:pt x="779046" y="184265"/>
                  <a:pt x="768187" y="178931"/>
                  <a:pt x="764663" y="177121"/>
                </a:cubicBezTo>
                <a:cubicBezTo>
                  <a:pt x="726372" y="158833"/>
                  <a:pt x="686748" y="142640"/>
                  <a:pt x="646362" y="129020"/>
                </a:cubicBezTo>
                <a:cubicBezTo>
                  <a:pt x="571115" y="104350"/>
                  <a:pt x="492343" y="89205"/>
                  <a:pt x="417858" y="86252"/>
                </a:cubicBezTo>
                <a:cubicBezTo>
                  <a:pt x="343277" y="82538"/>
                  <a:pt x="273363" y="91777"/>
                  <a:pt x="214404" y="106350"/>
                </a:cubicBezTo>
                <a:cubicBezTo>
                  <a:pt x="155539" y="121685"/>
                  <a:pt x="107819" y="142640"/>
                  <a:pt x="72767" y="158738"/>
                </a:cubicBezTo>
                <a:cubicBezTo>
                  <a:pt x="37810" y="174930"/>
                  <a:pt x="15331" y="186170"/>
                  <a:pt x="5806" y="182264"/>
                </a:cubicBezTo>
                <a:cubicBezTo>
                  <a:pt x="2663" y="183217"/>
                  <a:pt x="1044" y="182931"/>
                  <a:pt x="853" y="181598"/>
                </a:cubicBezTo>
                <a:cubicBezTo>
                  <a:pt x="-385" y="181121"/>
                  <a:pt x="-290" y="179502"/>
                  <a:pt x="1234" y="176740"/>
                </a:cubicBezTo>
                <a:cubicBezTo>
                  <a:pt x="2187" y="170358"/>
                  <a:pt x="7140" y="161500"/>
                  <a:pt x="15617" y="150356"/>
                </a:cubicBezTo>
                <a:cubicBezTo>
                  <a:pt x="19713" y="144641"/>
                  <a:pt x="25142" y="138926"/>
                  <a:pt x="31524" y="132734"/>
                </a:cubicBezTo>
                <a:cubicBezTo>
                  <a:pt x="37905" y="126638"/>
                  <a:pt x="45049" y="119780"/>
                  <a:pt x="53241" y="112922"/>
                </a:cubicBezTo>
                <a:cubicBezTo>
                  <a:pt x="86388" y="85967"/>
                  <a:pt x="136013" y="55391"/>
                  <a:pt x="199926" y="33960"/>
                </a:cubicBezTo>
                <a:cubicBezTo>
                  <a:pt x="215928" y="28817"/>
                  <a:pt x="232501" y="23197"/>
                  <a:pt x="250027" y="19387"/>
                </a:cubicBezTo>
                <a:cubicBezTo>
                  <a:pt x="267458" y="14720"/>
                  <a:pt x="285651" y="11576"/>
                  <a:pt x="304320" y="8338"/>
                </a:cubicBezTo>
                <a:cubicBezTo>
                  <a:pt x="341848" y="3004"/>
                  <a:pt x="381567" y="-806"/>
                  <a:pt x="422525" y="146"/>
                </a:cubicBezTo>
                <a:cubicBezTo>
                  <a:pt x="504726" y="1004"/>
                  <a:pt x="591117" y="15863"/>
                  <a:pt x="674271" y="41866"/>
                </a:cubicBezTo>
                <a:cubicBezTo>
                  <a:pt x="719038" y="55868"/>
                  <a:pt x="762758" y="73013"/>
                  <a:pt x="804858" y="92634"/>
                </a:cubicBezTo>
                <a:cubicBezTo>
                  <a:pt x="808764" y="94539"/>
                  <a:pt x="820670" y="100445"/>
                  <a:pt x="838482" y="109208"/>
                </a:cubicBezTo>
                <a:cubicBezTo>
                  <a:pt x="847245" y="113970"/>
                  <a:pt x="857436" y="119495"/>
                  <a:pt x="868866" y="125686"/>
                </a:cubicBezTo>
                <a:cubicBezTo>
                  <a:pt x="880296" y="131782"/>
                  <a:pt x="892488" y="139497"/>
                  <a:pt x="905823" y="147308"/>
                </a:cubicBezTo>
                <a:cubicBezTo>
                  <a:pt x="958973" y="179216"/>
                  <a:pt x="1023362" y="226746"/>
                  <a:pt x="1081750" y="281324"/>
                </a:cubicBezTo>
                <a:cubicBezTo>
                  <a:pt x="1110516" y="309137"/>
                  <a:pt x="1138424" y="337808"/>
                  <a:pt x="1162522" y="367145"/>
                </a:cubicBezTo>
                <a:cubicBezTo>
                  <a:pt x="1174905" y="381527"/>
                  <a:pt x="1185192" y="396196"/>
                  <a:pt x="1195955" y="409721"/>
                </a:cubicBezTo>
                <a:cubicBezTo>
                  <a:pt x="1206242" y="423533"/>
                  <a:pt x="1216910" y="436201"/>
                  <a:pt x="1225292" y="448964"/>
                </a:cubicBezTo>
                <a:cubicBezTo>
                  <a:pt x="1242437" y="474301"/>
                  <a:pt x="1257391" y="495827"/>
                  <a:pt x="1268059" y="512306"/>
                </a:cubicBezTo>
                <a:cubicBezTo>
                  <a:pt x="1278156" y="529070"/>
                  <a:pt x="1284918" y="540214"/>
                  <a:pt x="1287109" y="543833"/>
                </a:cubicBezTo>
                <a:cubicBezTo>
                  <a:pt x="1295682" y="558407"/>
                  <a:pt x="1304921" y="572504"/>
                  <a:pt x="1312731" y="587172"/>
                </a:cubicBezTo>
                <a:cubicBezTo>
                  <a:pt x="1320637" y="601841"/>
                  <a:pt x="1328448" y="616509"/>
                  <a:pt x="1336258" y="630987"/>
                </a:cubicBezTo>
                <a:cubicBezTo>
                  <a:pt x="1339973" y="638036"/>
                  <a:pt x="1344259" y="645560"/>
                  <a:pt x="1348355" y="654038"/>
                </a:cubicBezTo>
                <a:cubicBezTo>
                  <a:pt x="1352355" y="662515"/>
                  <a:pt x="1356737" y="671564"/>
                  <a:pt x="1361309" y="681184"/>
                </a:cubicBezTo>
                <a:cubicBezTo>
                  <a:pt x="1370358" y="700520"/>
                  <a:pt x="1381311" y="721951"/>
                  <a:pt x="1391217" y="746049"/>
                </a:cubicBezTo>
                <a:cubicBezTo>
                  <a:pt x="1401314" y="770052"/>
                  <a:pt x="1413220" y="795865"/>
                  <a:pt x="1423602" y="823964"/>
                </a:cubicBezTo>
                <a:cubicBezTo>
                  <a:pt x="1429032" y="837965"/>
                  <a:pt x="1434556" y="852348"/>
                  <a:pt x="1440271" y="867207"/>
                </a:cubicBezTo>
                <a:cubicBezTo>
                  <a:pt x="1446081" y="881971"/>
                  <a:pt x="1451034" y="897401"/>
                  <a:pt x="1456654" y="913022"/>
                </a:cubicBezTo>
                <a:cubicBezTo>
                  <a:pt x="1479133" y="975602"/>
                  <a:pt x="1500088" y="1044372"/>
                  <a:pt x="1521043" y="1115905"/>
                </a:cubicBezTo>
                <a:cubicBezTo>
                  <a:pt x="1541427" y="1187533"/>
                  <a:pt x="1561239" y="1262114"/>
                  <a:pt x="1580098" y="1336504"/>
                </a:cubicBezTo>
                <a:cubicBezTo>
                  <a:pt x="1617817" y="1485380"/>
                  <a:pt x="1654298" y="1632636"/>
                  <a:pt x="1690302" y="1755604"/>
                </a:cubicBezTo>
                <a:cubicBezTo>
                  <a:pt x="1725831" y="1878762"/>
                  <a:pt x="1759263" y="1977822"/>
                  <a:pt x="1777742" y="2032972"/>
                </a:cubicBezTo>
                <a:cubicBezTo>
                  <a:pt x="1788410" y="2064500"/>
                  <a:pt x="1799840" y="2095551"/>
                  <a:pt x="1810794" y="2126793"/>
                </a:cubicBezTo>
                <a:cubicBezTo>
                  <a:pt x="1856990" y="2251094"/>
                  <a:pt x="1906139" y="2368157"/>
                  <a:pt x="1962527" y="2482266"/>
                </a:cubicBezTo>
                <a:cubicBezTo>
                  <a:pt x="2019010" y="2596280"/>
                  <a:pt x="2082732" y="2707723"/>
                  <a:pt x="2160171" y="2818118"/>
                </a:cubicBezTo>
                <a:cubicBezTo>
                  <a:pt x="2171029" y="2833072"/>
                  <a:pt x="2181888" y="2848026"/>
                  <a:pt x="2192746" y="2862885"/>
                </a:cubicBezTo>
                <a:cubicBezTo>
                  <a:pt x="2203795" y="2877649"/>
                  <a:pt x="2214082" y="2892984"/>
                  <a:pt x="2225798" y="2907176"/>
                </a:cubicBezTo>
                <a:cubicBezTo>
                  <a:pt x="2239895" y="2924798"/>
                  <a:pt x="2254087" y="2942609"/>
                  <a:pt x="2268279" y="2960516"/>
                </a:cubicBezTo>
                <a:cubicBezTo>
                  <a:pt x="2275328" y="2969565"/>
                  <a:pt x="2282853" y="2978138"/>
                  <a:pt x="2290282" y="2986901"/>
                </a:cubicBezTo>
                <a:cubicBezTo>
                  <a:pt x="2297807" y="2995568"/>
                  <a:pt x="2305046" y="3004522"/>
                  <a:pt x="2312856" y="3012999"/>
                </a:cubicBezTo>
                <a:cubicBezTo>
                  <a:pt x="2343336" y="3047575"/>
                  <a:pt x="2375626" y="3080913"/>
                  <a:pt x="2408487" y="3113488"/>
                </a:cubicBezTo>
                <a:cubicBezTo>
                  <a:pt x="2419632" y="3124156"/>
                  <a:pt x="2430871" y="3134729"/>
                  <a:pt x="2441920" y="3145397"/>
                </a:cubicBezTo>
                <a:cubicBezTo>
                  <a:pt x="2453350" y="3155684"/>
                  <a:pt x="2464685" y="3166066"/>
                  <a:pt x="2476020" y="3176258"/>
                </a:cubicBezTo>
                <a:cubicBezTo>
                  <a:pt x="2505261" y="3201880"/>
                  <a:pt x="2535075" y="3226931"/>
                  <a:pt x="2566031" y="3250743"/>
                </a:cubicBezTo>
                <a:cubicBezTo>
                  <a:pt x="2702334" y="3358185"/>
                  <a:pt x="2857305" y="3447244"/>
                  <a:pt x="3024374" y="3508871"/>
                </a:cubicBezTo>
                <a:cubicBezTo>
                  <a:pt x="3191252" y="3570688"/>
                  <a:pt x="3371275" y="3602882"/>
                  <a:pt x="3551011" y="3596882"/>
                </a:cubicBezTo>
                <a:cubicBezTo>
                  <a:pt x="3576252" y="3596596"/>
                  <a:pt x="3601113" y="3594405"/>
                  <a:pt x="3626068" y="3592691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endParaRPr lang="en-ID"/>
          </a:p>
        </p:txBody>
      </p:sp>
      <p:pic>
        <p:nvPicPr>
          <p:cNvPr id="2" name="图片 1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740" y="12851765"/>
            <a:ext cx="3588385" cy="329565"/>
          </a:xfrm>
          <a:prstGeom prst="rect">
            <a:avLst/>
          </a:prstGeom>
        </p:spPr>
      </p:pic>
      <p:pic>
        <p:nvPicPr>
          <p:cNvPr id="6" name="图片 5" descr="ea6f24e1d2455ac3f0897ac1606e9bf"/>
          <p:cNvPicPr>
            <a:picLocks noChangeAspect="1"/>
          </p:cNvPicPr>
          <p:nvPr/>
        </p:nvPicPr>
        <p:blipFill>
          <a:blip r:embed="rId2"/>
          <a:srcRect l="-6459" b="688"/>
          <a:stretch>
            <a:fillRect/>
          </a:stretch>
        </p:blipFill>
        <p:spPr>
          <a:xfrm>
            <a:off x="-1555115" y="-635"/>
            <a:ext cx="26033730" cy="13679805"/>
          </a:xfrm>
          <a:prstGeom prst="rect">
            <a:avLst/>
          </a:prstGeom>
        </p:spPr>
      </p:pic>
      <p:pic>
        <p:nvPicPr>
          <p:cNvPr id="20" name="图片 19" descr="ea6f24e1d2455ac3f0897ac1606e9bf"/>
          <p:cNvPicPr>
            <a:picLocks noChangeAspect="1"/>
          </p:cNvPicPr>
          <p:nvPr/>
        </p:nvPicPr>
        <p:blipFill>
          <a:blip r:embed="rId2"/>
          <a:srcRect l="85094" t="74339" r="2875" b="16250"/>
          <a:stretch>
            <a:fillRect/>
          </a:stretch>
        </p:blipFill>
        <p:spPr>
          <a:xfrm>
            <a:off x="21111845" y="12160885"/>
            <a:ext cx="3091815" cy="1147445"/>
          </a:xfrm>
          <a:prstGeom prst="rect">
            <a:avLst/>
          </a:prstGeom>
        </p:spPr>
      </p:pic>
      <p:pic>
        <p:nvPicPr>
          <p:cNvPr id="3" name="图片 2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630" y="12746355"/>
            <a:ext cx="4735195" cy="400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9"/>
          <p:cNvSpPr/>
          <p:nvPr/>
        </p:nvSpPr>
        <p:spPr>
          <a:xfrm>
            <a:off x="17612360" y="1423670"/>
            <a:ext cx="5725795" cy="6145530"/>
          </a:xfrm>
          <a:custGeom>
            <a:avLst/>
            <a:gdLst>
              <a:gd name="connsiteX0" fmla="*/ 193226 w 2299605"/>
              <a:gd name="connsiteY0" fmla="*/ 2084459 h 2910652"/>
              <a:gd name="connsiteX1" fmla="*/ 398103 w 2299605"/>
              <a:gd name="connsiteY1" fmla="*/ 2484563 h 2910652"/>
              <a:gd name="connsiteX2" fmla="*/ 1251757 w 2299605"/>
              <a:gd name="connsiteY2" fmla="*/ 2779259 h 2910652"/>
              <a:gd name="connsiteX3" fmla="*/ 2195972 w 2299605"/>
              <a:gd name="connsiteY3" fmla="*/ 1371844 h 2910652"/>
              <a:gd name="connsiteX4" fmla="*/ 396619 w 2299605"/>
              <a:gd name="connsiteY4" fmla="*/ 570152 h 2910652"/>
              <a:gd name="connsiteX5" fmla="*/ 193226 w 2299605"/>
              <a:gd name="connsiteY5" fmla="*/ 2084459 h 291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605" h="2910652">
                <a:moveTo>
                  <a:pt x="193226" y="2084459"/>
                </a:moveTo>
                <a:cubicBezTo>
                  <a:pt x="278592" y="2210651"/>
                  <a:pt x="361730" y="2336844"/>
                  <a:pt x="398103" y="2484563"/>
                </a:cubicBezTo>
                <a:cubicBezTo>
                  <a:pt x="469365" y="2778516"/>
                  <a:pt x="674242" y="3095482"/>
                  <a:pt x="1251757" y="2779259"/>
                </a:cubicBezTo>
                <a:cubicBezTo>
                  <a:pt x="2195972" y="2262613"/>
                  <a:pt x="1604353" y="2068871"/>
                  <a:pt x="2195972" y="1371844"/>
                </a:cubicBezTo>
                <a:cubicBezTo>
                  <a:pt x="2694802" y="783936"/>
                  <a:pt x="1277738" y="-861759"/>
                  <a:pt x="396619" y="570152"/>
                </a:cubicBezTo>
                <a:cubicBezTo>
                  <a:pt x="131615" y="1000690"/>
                  <a:pt x="-227662" y="1461663"/>
                  <a:pt x="193226" y="2084459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D"/>
          </a:p>
        </p:txBody>
      </p:sp>
      <p:sp>
        <p:nvSpPr>
          <p:cNvPr id="55" name="Title 1"/>
          <p:cNvSpPr txBox="1"/>
          <p:nvPr/>
        </p:nvSpPr>
        <p:spPr>
          <a:xfrm>
            <a:off x="0" y="3820795"/>
            <a:ext cx="10563225" cy="3980815"/>
          </a:xfrm>
          <a:prstGeom prst="rect">
            <a:avLst/>
          </a:prstGeom>
        </p:spPr>
        <p:txBody>
          <a:bodyPr>
            <a:normAutofit fontScale="8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600" dirty="0">
                <a:ln>
                  <a:solidFill>
                    <a:schemeClr val="bg1">
                      <a:lumMod val="90000"/>
                    </a:schemeClr>
                  </a:solidFill>
                </a:ln>
                <a:noFill/>
                <a:latin typeface="Arial" panose="020B0604020202020204" pitchFamily="34" charset="0"/>
                <a:ea typeface="汉仪正圆 55简" panose="00020600040101010101" charset="-122"/>
                <a:cs typeface="Poppins SemiBold" panose="00000700000000000000" pitchFamily="2" charset="0"/>
              </a:rPr>
              <a:t>YOER</a:t>
            </a:r>
            <a:endParaRPr lang="en-US" sz="16600" dirty="0">
              <a:ln>
                <a:solidFill>
                  <a:schemeClr val="bg1">
                    <a:lumMod val="90000"/>
                  </a:schemeClr>
                </a:solidFill>
              </a:ln>
              <a:noFill/>
              <a:latin typeface="Arial" panose="020B0604020202020204" pitchFamily="34" charset="0"/>
              <a:ea typeface="汉仪正圆 55简" panose="00020600040101010101" charset="-122"/>
              <a:cs typeface="Poppins SemiBold" panose="00000700000000000000" pitchFamily="2" charset="0"/>
            </a:endParaRPr>
          </a:p>
          <a:p>
            <a:r>
              <a:rPr lang="en-US" sz="16600" dirty="0">
                <a:ln>
                  <a:solidFill>
                    <a:schemeClr val="bg1">
                      <a:lumMod val="90000"/>
                    </a:schemeClr>
                  </a:solidFill>
                </a:ln>
                <a:noFill/>
                <a:latin typeface="Arial" panose="020B0604020202020204" pitchFamily="34" charset="0"/>
                <a:ea typeface="汉仪正圆 55简" panose="00020600040101010101" charset="-122"/>
                <a:cs typeface="Poppins SemiBold" panose="00000700000000000000" pitchFamily="2" charset="0"/>
              </a:rPr>
              <a:t>EDUCATION</a:t>
            </a:r>
            <a:endParaRPr lang="en-US" sz="16600" dirty="0">
              <a:ln>
                <a:solidFill>
                  <a:schemeClr val="bg1">
                    <a:lumMod val="90000"/>
                  </a:schemeClr>
                </a:solidFill>
              </a:ln>
              <a:noFill/>
              <a:latin typeface="Arial" panose="020B0604020202020204" pitchFamily="34" charset="0"/>
              <a:ea typeface="汉仪正圆 55简" panose="00020600040101010101" charset="-122"/>
              <a:cs typeface="Poppins SemiBold" panose="00000700000000000000" pitchFamily="2" charset="0"/>
            </a:endParaRPr>
          </a:p>
        </p:txBody>
      </p:sp>
      <p:sp>
        <p:nvSpPr>
          <p:cNvPr id="13" name="Graphic 11"/>
          <p:cNvSpPr/>
          <p:nvPr/>
        </p:nvSpPr>
        <p:spPr>
          <a:xfrm>
            <a:off x="11569065" y="1423670"/>
            <a:ext cx="12106910" cy="11014075"/>
          </a:xfrm>
          <a:custGeom>
            <a:avLst/>
            <a:gdLst>
              <a:gd name="connsiteX0" fmla="*/ 833585 w 6324872"/>
              <a:gd name="connsiteY0" fmla="*/ 1508446 h 5912213"/>
              <a:gd name="connsiteX1" fmla="*/ 1405298 w 6324872"/>
              <a:gd name="connsiteY1" fmla="*/ 1018727 h 5912213"/>
              <a:gd name="connsiteX2" fmla="*/ 4252630 w 6324872"/>
              <a:gd name="connsiteY2" fmla="*/ 326831 h 5912213"/>
              <a:gd name="connsiteX3" fmla="*/ 6292375 w 6324872"/>
              <a:gd name="connsiteY3" fmla="*/ 2806875 h 5912213"/>
              <a:gd name="connsiteX4" fmla="*/ 1880414 w 6324872"/>
              <a:gd name="connsiteY4" fmla="*/ 5179090 h 5912213"/>
              <a:gd name="connsiteX5" fmla="*/ 833585 w 6324872"/>
              <a:gd name="connsiteY5" fmla="*/ 1508446 h 5912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24872" h="5912213">
                <a:moveTo>
                  <a:pt x="833585" y="1508446"/>
                </a:moveTo>
                <a:cubicBezTo>
                  <a:pt x="1036885" y="1360183"/>
                  <a:pt x="1231200" y="1199564"/>
                  <a:pt x="1405298" y="1018727"/>
                </a:cubicBezTo>
                <a:cubicBezTo>
                  <a:pt x="1899509" y="508791"/>
                  <a:pt x="3124929" y="-529053"/>
                  <a:pt x="4252630" y="326831"/>
                </a:cubicBezTo>
                <a:cubicBezTo>
                  <a:pt x="5708307" y="1432068"/>
                  <a:pt x="6499045" y="1432068"/>
                  <a:pt x="6292375" y="2806875"/>
                </a:cubicBezTo>
                <a:cubicBezTo>
                  <a:pt x="6085705" y="4181681"/>
                  <a:pt x="4414371" y="7335649"/>
                  <a:pt x="1880414" y="5179090"/>
                </a:cubicBezTo>
                <a:cubicBezTo>
                  <a:pt x="-449119" y="3196628"/>
                  <a:pt x="-386219" y="2399150"/>
                  <a:pt x="833585" y="1508446"/>
                </a:cubicBezTo>
                <a:close/>
              </a:path>
            </a:pathLst>
          </a:custGeom>
          <a:solidFill>
            <a:schemeClr val="accent1"/>
          </a:solidFill>
          <a:ln w="112259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7" name="TextBox 46"/>
          <p:cNvSpPr txBox="1"/>
          <p:nvPr/>
        </p:nvSpPr>
        <p:spPr>
          <a:xfrm>
            <a:off x="1113422" y="872571"/>
            <a:ext cx="14490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Arial" panose="020B0604020202020204" pitchFamily="34" charset="0"/>
                <a:cs typeface="Poppins" panose="02000000000000000000" charset="0"/>
              </a:rPr>
              <a:t>400-108-1087</a:t>
            </a:r>
            <a:endParaRPr lang="en-US" sz="1600" dirty="0">
              <a:latin typeface="Arial" panose="020B0604020202020204" pitchFamily="34" charset="0"/>
              <a:cs typeface="Poppins" panose="02000000000000000000" charset="0"/>
            </a:endParaRPr>
          </a:p>
        </p:txBody>
      </p:sp>
      <p:sp>
        <p:nvSpPr>
          <p:cNvPr id="54" name="Graphic 52"/>
          <p:cNvSpPr/>
          <p:nvPr/>
        </p:nvSpPr>
        <p:spPr>
          <a:xfrm>
            <a:off x="-44620" y="4399180"/>
            <a:ext cx="16614656" cy="9324886"/>
          </a:xfrm>
          <a:custGeom>
            <a:avLst/>
            <a:gdLst>
              <a:gd name="connsiteX0" fmla="*/ 9879109 w 9879108"/>
              <a:gd name="connsiteY0" fmla="*/ 5544597 h 5544596"/>
              <a:gd name="connsiteX1" fmla="*/ 9729661 w 9879108"/>
              <a:gd name="connsiteY1" fmla="*/ 5511926 h 5544596"/>
              <a:gd name="connsiteX2" fmla="*/ 9472677 w 9879108"/>
              <a:gd name="connsiteY2" fmla="*/ 5414295 h 5544596"/>
              <a:gd name="connsiteX3" fmla="*/ 9233694 w 9879108"/>
              <a:gd name="connsiteY3" fmla="*/ 5278183 h 5544596"/>
              <a:gd name="connsiteX4" fmla="*/ 8797640 w 9879108"/>
              <a:gd name="connsiteY4" fmla="*/ 4946236 h 5544596"/>
              <a:gd name="connsiteX5" fmla="*/ 8378064 w 9879108"/>
              <a:gd name="connsiteY5" fmla="*/ 4602003 h 5544596"/>
              <a:gd name="connsiteX6" fmla="*/ 8159465 w 9879108"/>
              <a:gd name="connsiteY6" fmla="*/ 4446746 h 5544596"/>
              <a:gd name="connsiteX7" fmla="*/ 7931055 w 9879108"/>
              <a:gd name="connsiteY7" fmla="*/ 4309967 h 5544596"/>
              <a:gd name="connsiteX8" fmla="*/ 7720458 w 9879108"/>
              <a:gd name="connsiteY8" fmla="*/ 4198334 h 5544596"/>
              <a:gd name="connsiteX9" fmla="*/ 7550722 w 9879108"/>
              <a:gd name="connsiteY9" fmla="*/ 4115942 h 5544596"/>
              <a:gd name="connsiteX10" fmla="*/ 7034182 w 9879108"/>
              <a:gd name="connsiteY10" fmla="*/ 3887056 h 5544596"/>
              <a:gd name="connsiteX11" fmla="*/ 6929407 w 9879108"/>
              <a:gd name="connsiteY11" fmla="*/ 3844099 h 5544596"/>
              <a:gd name="connsiteX12" fmla="*/ 6824156 w 9879108"/>
              <a:gd name="connsiteY12" fmla="*/ 3801808 h 5544596"/>
              <a:gd name="connsiteX13" fmla="*/ 6445727 w 9879108"/>
              <a:gd name="connsiteY13" fmla="*/ 3657314 h 5544596"/>
              <a:gd name="connsiteX14" fmla="*/ 6073586 w 9879108"/>
              <a:gd name="connsiteY14" fmla="*/ 3529297 h 5544596"/>
              <a:gd name="connsiteX15" fmla="*/ 5315871 w 9879108"/>
              <a:gd name="connsiteY15" fmla="*/ 3302603 h 5544596"/>
              <a:gd name="connsiteX16" fmla="*/ 5217764 w 9879108"/>
              <a:gd name="connsiteY16" fmla="*/ 3276599 h 5544596"/>
              <a:gd name="connsiteX17" fmla="*/ 5119181 w 9879108"/>
              <a:gd name="connsiteY17" fmla="*/ 3251453 h 5544596"/>
              <a:gd name="connsiteX18" fmla="*/ 4882675 w 9879108"/>
              <a:gd name="connsiteY18" fmla="*/ 3192208 h 5544596"/>
              <a:gd name="connsiteX19" fmla="*/ 4540156 w 9879108"/>
              <a:gd name="connsiteY19" fmla="*/ 3104864 h 5544596"/>
              <a:gd name="connsiteX20" fmla="*/ 4128199 w 9879108"/>
              <a:gd name="connsiteY20" fmla="*/ 2981324 h 5544596"/>
              <a:gd name="connsiteX21" fmla="*/ 4019329 w 9879108"/>
              <a:gd name="connsiteY21" fmla="*/ 2942557 h 5544596"/>
              <a:gd name="connsiteX22" fmla="*/ 3909791 w 9879108"/>
              <a:gd name="connsiteY22" fmla="*/ 2899409 h 5544596"/>
              <a:gd name="connsiteX23" fmla="*/ 3691668 w 9879108"/>
              <a:gd name="connsiteY23" fmla="*/ 2800730 h 5544596"/>
              <a:gd name="connsiteX24" fmla="*/ 3283237 w 9879108"/>
              <a:gd name="connsiteY24" fmla="*/ 2560129 h 5544596"/>
              <a:gd name="connsiteX25" fmla="*/ 2934622 w 9879108"/>
              <a:gd name="connsiteY25" fmla="*/ 2297048 h 5544596"/>
              <a:gd name="connsiteX26" fmla="*/ 2476850 w 9879108"/>
              <a:gd name="connsiteY26" fmla="*/ 1879377 h 5544596"/>
              <a:gd name="connsiteX27" fmla="*/ 2336356 w 9879108"/>
              <a:gd name="connsiteY27" fmla="*/ 1737645 h 5544596"/>
              <a:gd name="connsiteX28" fmla="*/ 2180527 w 9879108"/>
              <a:gd name="connsiteY28" fmla="*/ 1576196 h 5544596"/>
              <a:gd name="connsiteX29" fmla="*/ 1883443 w 9879108"/>
              <a:gd name="connsiteY29" fmla="*/ 1263300 h 5544596"/>
              <a:gd name="connsiteX30" fmla="*/ 1584548 w 9879108"/>
              <a:gd name="connsiteY30" fmla="*/ 955357 h 5544596"/>
              <a:gd name="connsiteX31" fmla="*/ 1426338 w 9879108"/>
              <a:gd name="connsiteY31" fmla="*/ 800290 h 5544596"/>
              <a:gd name="connsiteX32" fmla="*/ 1228980 w 9879108"/>
              <a:gd name="connsiteY32" fmla="*/ 620934 h 5544596"/>
              <a:gd name="connsiteX33" fmla="*/ 1035527 w 9879108"/>
              <a:gd name="connsiteY33" fmla="*/ 468629 h 5544596"/>
              <a:gd name="connsiteX34" fmla="*/ 836550 w 9879108"/>
              <a:gd name="connsiteY34" fmla="*/ 338041 h 5544596"/>
              <a:gd name="connsiteX35" fmla="*/ 452025 w 9879108"/>
              <a:gd name="connsiteY35" fmla="*/ 166306 h 5544596"/>
              <a:gd name="connsiteX36" fmla="*/ 8732 w 9879108"/>
              <a:gd name="connsiteY36" fmla="*/ 80581 h 5544596"/>
              <a:gd name="connsiteX37" fmla="*/ 636 w 9879108"/>
              <a:gd name="connsiteY37" fmla="*/ 74485 h 5544596"/>
              <a:gd name="connsiteX38" fmla="*/ 6255 w 9879108"/>
              <a:gd name="connsiteY38" fmla="*/ 66293 h 5544596"/>
              <a:gd name="connsiteX39" fmla="*/ 163894 w 9879108"/>
              <a:gd name="connsiteY39" fmla="*/ 8191 h 5544596"/>
              <a:gd name="connsiteX40" fmla="*/ 315723 w 9879108"/>
              <a:gd name="connsiteY40" fmla="*/ 571 h 5544596"/>
              <a:gd name="connsiteX41" fmla="*/ 502889 w 9879108"/>
              <a:gd name="connsiteY41" fmla="*/ 24574 h 5544596"/>
              <a:gd name="connsiteX42" fmla="*/ 927609 w 9879108"/>
              <a:gd name="connsiteY42" fmla="*/ 187832 h 5544596"/>
              <a:gd name="connsiteX43" fmla="*/ 1142017 w 9879108"/>
              <a:gd name="connsiteY43" fmla="*/ 320706 h 5544596"/>
              <a:gd name="connsiteX44" fmla="*/ 1348423 w 9879108"/>
              <a:gd name="connsiteY44" fmla="*/ 477583 h 5544596"/>
              <a:gd name="connsiteX45" fmla="*/ 1557783 w 9879108"/>
              <a:gd name="connsiteY45" fmla="*/ 661987 h 5544596"/>
              <a:gd name="connsiteX46" fmla="*/ 1719708 w 9879108"/>
              <a:gd name="connsiteY46" fmla="*/ 820006 h 5544596"/>
              <a:gd name="connsiteX47" fmla="*/ 2022127 w 9879108"/>
              <a:gd name="connsiteY47" fmla="*/ 1130998 h 5544596"/>
              <a:gd name="connsiteX48" fmla="*/ 2319211 w 9879108"/>
              <a:gd name="connsiteY48" fmla="*/ 1443418 h 5544596"/>
              <a:gd name="connsiteX49" fmla="*/ 2473707 w 9879108"/>
              <a:gd name="connsiteY49" fmla="*/ 1603152 h 5544596"/>
              <a:gd name="connsiteX50" fmla="*/ 2612200 w 9879108"/>
              <a:gd name="connsiteY50" fmla="*/ 1742598 h 5544596"/>
              <a:gd name="connsiteX51" fmla="*/ 3055208 w 9879108"/>
              <a:gd name="connsiteY51" fmla="*/ 2152459 h 5544596"/>
              <a:gd name="connsiteX52" fmla="*/ 3387440 w 9879108"/>
              <a:gd name="connsiteY52" fmla="*/ 2408014 h 5544596"/>
              <a:gd name="connsiteX53" fmla="*/ 3772726 w 9879108"/>
              <a:gd name="connsiteY53" fmla="*/ 2640520 h 5544596"/>
              <a:gd name="connsiteX54" fmla="*/ 4584828 w 9879108"/>
              <a:gd name="connsiteY54" fmla="*/ 2943034 h 5544596"/>
              <a:gd name="connsiteX55" fmla="*/ 4923251 w 9879108"/>
              <a:gd name="connsiteY55" fmla="*/ 3036188 h 5544596"/>
              <a:gd name="connsiteX56" fmla="*/ 5159662 w 9879108"/>
              <a:gd name="connsiteY56" fmla="*/ 3102482 h 5544596"/>
              <a:gd name="connsiteX57" fmla="*/ 5258245 w 9879108"/>
              <a:gd name="connsiteY57" fmla="*/ 3131724 h 5544596"/>
              <a:gd name="connsiteX58" fmla="*/ 5356353 w 9879108"/>
              <a:gd name="connsiteY58" fmla="*/ 3161823 h 5544596"/>
              <a:gd name="connsiteX59" fmla="*/ 6112162 w 9879108"/>
              <a:gd name="connsiteY59" fmla="*/ 3419379 h 5544596"/>
              <a:gd name="connsiteX60" fmla="*/ 6481541 w 9879108"/>
              <a:gd name="connsiteY60" fmla="*/ 3563969 h 5544596"/>
              <a:gd name="connsiteX61" fmla="*/ 6857302 w 9879108"/>
              <a:gd name="connsiteY61" fmla="*/ 3722655 h 5544596"/>
              <a:gd name="connsiteX62" fmla="*/ 6961601 w 9879108"/>
              <a:gd name="connsiteY62" fmla="*/ 3769042 h 5544596"/>
              <a:gd name="connsiteX63" fmla="*/ 7065329 w 9879108"/>
              <a:gd name="connsiteY63" fmla="*/ 3816095 h 5544596"/>
              <a:gd name="connsiteX64" fmla="*/ 7576631 w 9879108"/>
              <a:gd name="connsiteY64" fmla="*/ 4063174 h 5544596"/>
              <a:gd name="connsiteX65" fmla="*/ 7745032 w 9879108"/>
              <a:gd name="connsiteY65" fmla="*/ 4151089 h 5544596"/>
              <a:gd name="connsiteX66" fmla="*/ 7954678 w 9879108"/>
              <a:gd name="connsiteY66" fmla="*/ 4269104 h 5544596"/>
              <a:gd name="connsiteX67" fmla="*/ 8181182 w 9879108"/>
              <a:gd name="connsiteY67" fmla="*/ 4414456 h 5544596"/>
              <a:gd name="connsiteX68" fmla="*/ 8397971 w 9879108"/>
              <a:gd name="connsiteY68" fmla="*/ 4576762 h 5544596"/>
              <a:gd name="connsiteX69" fmla="*/ 8811832 w 9879108"/>
              <a:gd name="connsiteY69" fmla="*/ 4929663 h 5544596"/>
              <a:gd name="connsiteX70" fmla="*/ 9241124 w 9879108"/>
              <a:gd name="connsiteY70" fmla="*/ 5267134 h 5544596"/>
              <a:gd name="connsiteX71" fmla="*/ 9476677 w 9879108"/>
              <a:gd name="connsiteY71" fmla="*/ 5406389 h 5544596"/>
              <a:gd name="connsiteX72" fmla="*/ 9730804 w 9879108"/>
              <a:gd name="connsiteY72" fmla="*/ 5508402 h 5544596"/>
              <a:gd name="connsiteX73" fmla="*/ 9879109 w 9879108"/>
              <a:gd name="connsiteY73" fmla="*/ 5544597 h 554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879108" h="5544596">
                <a:moveTo>
                  <a:pt x="9879109" y="5544597"/>
                </a:moveTo>
                <a:cubicBezTo>
                  <a:pt x="9829007" y="5535834"/>
                  <a:pt x="9778810" y="5526118"/>
                  <a:pt x="9729661" y="5511926"/>
                </a:cubicBezTo>
                <a:cubicBezTo>
                  <a:pt x="9641364" y="5487257"/>
                  <a:pt x="9555163" y="5454396"/>
                  <a:pt x="9472677" y="5414295"/>
                </a:cubicBezTo>
                <a:cubicBezTo>
                  <a:pt x="9390000" y="5374385"/>
                  <a:pt x="9310466" y="5328189"/>
                  <a:pt x="9233694" y="5278183"/>
                </a:cubicBezTo>
                <a:cubicBezTo>
                  <a:pt x="9079866" y="5178075"/>
                  <a:pt x="8937467" y="5062537"/>
                  <a:pt x="8797640" y="4946236"/>
                </a:cubicBezTo>
                <a:cubicBezTo>
                  <a:pt x="8657813" y="4829651"/>
                  <a:pt x="8520653" y="4711159"/>
                  <a:pt x="8378064" y="4602003"/>
                </a:cubicBezTo>
                <a:cubicBezTo>
                  <a:pt x="8306817" y="4547330"/>
                  <a:pt x="8234141" y="4495323"/>
                  <a:pt x="8159465" y="4446746"/>
                </a:cubicBezTo>
                <a:cubicBezTo>
                  <a:pt x="8084789" y="4398168"/>
                  <a:pt x="8008399" y="4352924"/>
                  <a:pt x="7931055" y="4309967"/>
                </a:cubicBezTo>
                <a:cubicBezTo>
                  <a:pt x="7861618" y="4270914"/>
                  <a:pt x="7791419" y="4233957"/>
                  <a:pt x="7720458" y="4198334"/>
                </a:cubicBezTo>
                <a:cubicBezTo>
                  <a:pt x="7664546" y="4170330"/>
                  <a:pt x="7607872" y="4142898"/>
                  <a:pt x="7550722" y="4115942"/>
                </a:cubicBezTo>
                <a:cubicBezTo>
                  <a:pt x="7379177" y="4035647"/>
                  <a:pt x="7204965" y="3958208"/>
                  <a:pt x="7034182" y="3887056"/>
                </a:cubicBezTo>
                <a:cubicBezTo>
                  <a:pt x="6999320" y="3872769"/>
                  <a:pt x="6964363" y="3858386"/>
                  <a:pt x="6929407" y="3844099"/>
                </a:cubicBezTo>
                <a:cubicBezTo>
                  <a:pt x="6894545" y="3829621"/>
                  <a:pt x="6859398" y="3815619"/>
                  <a:pt x="6824156" y="3801808"/>
                </a:cubicBezTo>
                <a:cubicBezTo>
                  <a:pt x="6696235" y="3749897"/>
                  <a:pt x="6570219" y="3702938"/>
                  <a:pt x="6445727" y="3657314"/>
                </a:cubicBezTo>
                <a:cubicBezTo>
                  <a:pt x="6320950" y="3612546"/>
                  <a:pt x="6197505" y="3569588"/>
                  <a:pt x="6073586" y="3529297"/>
                </a:cubicBezTo>
                <a:cubicBezTo>
                  <a:pt x="5825936" y="3448049"/>
                  <a:pt x="5577333" y="3373849"/>
                  <a:pt x="5315871" y="3302603"/>
                </a:cubicBezTo>
                <a:cubicBezTo>
                  <a:pt x="5283201" y="3293935"/>
                  <a:pt x="5250530" y="3284981"/>
                  <a:pt x="5217764" y="3276599"/>
                </a:cubicBezTo>
                <a:cubicBezTo>
                  <a:pt x="5184903" y="3268217"/>
                  <a:pt x="5152137" y="3259835"/>
                  <a:pt x="5119181" y="3251453"/>
                </a:cubicBezTo>
                <a:cubicBezTo>
                  <a:pt x="5061745" y="3236594"/>
                  <a:pt x="4981068" y="3216687"/>
                  <a:pt x="4882675" y="3192208"/>
                </a:cubicBezTo>
                <a:cubicBezTo>
                  <a:pt x="4784282" y="3167729"/>
                  <a:pt x="4668172" y="3138963"/>
                  <a:pt x="4540156" y="3104864"/>
                </a:cubicBezTo>
                <a:cubicBezTo>
                  <a:pt x="4412235" y="3070764"/>
                  <a:pt x="4272408" y="3030759"/>
                  <a:pt x="4128199" y="2981324"/>
                </a:cubicBezTo>
                <a:cubicBezTo>
                  <a:pt x="4092004" y="2969418"/>
                  <a:pt x="4055905" y="2955607"/>
                  <a:pt x="4019329" y="2942557"/>
                </a:cubicBezTo>
                <a:cubicBezTo>
                  <a:pt x="3983038" y="2928365"/>
                  <a:pt x="3946176" y="2914935"/>
                  <a:pt x="3909791" y="2899409"/>
                </a:cubicBezTo>
                <a:cubicBezTo>
                  <a:pt x="3836353" y="2870072"/>
                  <a:pt x="3763773" y="2835782"/>
                  <a:pt x="3691668" y="2800730"/>
                </a:cubicBezTo>
                <a:cubicBezTo>
                  <a:pt x="3548413" y="2728816"/>
                  <a:pt x="3410586" y="2646425"/>
                  <a:pt x="3283237" y="2560129"/>
                </a:cubicBezTo>
                <a:cubicBezTo>
                  <a:pt x="3155697" y="2473928"/>
                  <a:pt x="3039016" y="2383250"/>
                  <a:pt x="2934622" y="2297048"/>
                </a:cubicBezTo>
                <a:cubicBezTo>
                  <a:pt x="2726119" y="2124074"/>
                  <a:pt x="2567433" y="1968340"/>
                  <a:pt x="2476850" y="1879377"/>
                </a:cubicBezTo>
                <a:cubicBezTo>
                  <a:pt x="2430082" y="1833085"/>
                  <a:pt x="2383219" y="1785746"/>
                  <a:pt x="2336356" y="1737645"/>
                </a:cubicBezTo>
                <a:cubicBezTo>
                  <a:pt x="2324545" y="1725643"/>
                  <a:pt x="2264252" y="1663636"/>
                  <a:pt x="2180527" y="1576196"/>
                </a:cubicBezTo>
                <a:cubicBezTo>
                  <a:pt x="2097374" y="1488661"/>
                  <a:pt x="1990408" y="1375981"/>
                  <a:pt x="1883443" y="1263300"/>
                </a:cubicBezTo>
                <a:cubicBezTo>
                  <a:pt x="1776667" y="1151000"/>
                  <a:pt x="1669225" y="1040034"/>
                  <a:pt x="1584548" y="955357"/>
                </a:cubicBezTo>
                <a:cubicBezTo>
                  <a:pt x="1499871" y="870775"/>
                  <a:pt x="1438244" y="811624"/>
                  <a:pt x="1426338" y="800290"/>
                </a:cubicBezTo>
                <a:cubicBezTo>
                  <a:pt x="1362425" y="738853"/>
                  <a:pt x="1296607" y="678465"/>
                  <a:pt x="1228980" y="620934"/>
                </a:cubicBezTo>
                <a:cubicBezTo>
                  <a:pt x="1166019" y="567594"/>
                  <a:pt x="1101250" y="516349"/>
                  <a:pt x="1035527" y="468629"/>
                </a:cubicBezTo>
                <a:cubicBezTo>
                  <a:pt x="969804" y="421099"/>
                  <a:pt x="903034" y="377189"/>
                  <a:pt x="836550" y="338041"/>
                </a:cubicBezTo>
                <a:cubicBezTo>
                  <a:pt x="703676" y="259555"/>
                  <a:pt x="571088" y="201643"/>
                  <a:pt x="452025" y="166306"/>
                </a:cubicBezTo>
                <a:cubicBezTo>
                  <a:pt x="213138" y="94106"/>
                  <a:pt x="33783" y="112489"/>
                  <a:pt x="8732" y="80581"/>
                </a:cubicBezTo>
                <a:cubicBezTo>
                  <a:pt x="2350" y="79152"/>
                  <a:pt x="-317" y="77056"/>
                  <a:pt x="636" y="74485"/>
                </a:cubicBezTo>
                <a:cubicBezTo>
                  <a:pt x="-1079" y="72389"/>
                  <a:pt x="636" y="69627"/>
                  <a:pt x="6255" y="66293"/>
                </a:cubicBezTo>
                <a:cubicBezTo>
                  <a:pt x="22638" y="46100"/>
                  <a:pt x="77026" y="20764"/>
                  <a:pt x="163894" y="8191"/>
                </a:cubicBezTo>
                <a:cubicBezTo>
                  <a:pt x="207233" y="1999"/>
                  <a:pt x="258382" y="-1430"/>
                  <a:pt x="315723" y="571"/>
                </a:cubicBezTo>
                <a:cubicBezTo>
                  <a:pt x="372873" y="2857"/>
                  <a:pt x="436119" y="10381"/>
                  <a:pt x="502889" y="24574"/>
                </a:cubicBezTo>
                <a:cubicBezTo>
                  <a:pt x="636620" y="52577"/>
                  <a:pt x="783400" y="108775"/>
                  <a:pt x="927609" y="187832"/>
                </a:cubicBezTo>
                <a:cubicBezTo>
                  <a:pt x="999808" y="227170"/>
                  <a:pt x="1071627" y="271938"/>
                  <a:pt x="1142017" y="320706"/>
                </a:cubicBezTo>
                <a:cubicBezTo>
                  <a:pt x="1212311" y="369569"/>
                  <a:pt x="1281367" y="422338"/>
                  <a:pt x="1348423" y="477583"/>
                </a:cubicBezTo>
                <a:cubicBezTo>
                  <a:pt x="1420908" y="536733"/>
                  <a:pt x="1490536" y="598741"/>
                  <a:pt x="1557783" y="661987"/>
                </a:cubicBezTo>
                <a:cubicBezTo>
                  <a:pt x="1570546" y="673893"/>
                  <a:pt x="1633411" y="733996"/>
                  <a:pt x="1719708" y="820006"/>
                </a:cubicBezTo>
                <a:cubicBezTo>
                  <a:pt x="1806004" y="906017"/>
                  <a:pt x="1914780" y="1018222"/>
                  <a:pt x="2022127" y="1130998"/>
                </a:cubicBezTo>
                <a:cubicBezTo>
                  <a:pt x="2129187" y="1243488"/>
                  <a:pt x="2236153" y="1356073"/>
                  <a:pt x="2319211" y="1443418"/>
                </a:cubicBezTo>
                <a:cubicBezTo>
                  <a:pt x="2402365" y="1530190"/>
                  <a:pt x="2461991" y="1591436"/>
                  <a:pt x="2473707" y="1603152"/>
                </a:cubicBezTo>
                <a:cubicBezTo>
                  <a:pt x="2520189" y="1650491"/>
                  <a:pt x="2566290" y="1697068"/>
                  <a:pt x="2612200" y="1742598"/>
                </a:cubicBezTo>
                <a:cubicBezTo>
                  <a:pt x="2700878" y="1830323"/>
                  <a:pt x="2855278" y="1983771"/>
                  <a:pt x="3055208" y="2152459"/>
                </a:cubicBezTo>
                <a:cubicBezTo>
                  <a:pt x="3155221" y="2236564"/>
                  <a:pt x="3266568" y="2324576"/>
                  <a:pt x="3387440" y="2408014"/>
                </a:cubicBezTo>
                <a:cubicBezTo>
                  <a:pt x="3508217" y="2491549"/>
                  <a:pt x="3638138" y="2570987"/>
                  <a:pt x="3772726" y="2640520"/>
                </a:cubicBezTo>
                <a:cubicBezTo>
                  <a:pt x="4041808" y="2778918"/>
                  <a:pt x="4334130" y="2871977"/>
                  <a:pt x="4584828" y="2943034"/>
                </a:cubicBezTo>
                <a:cubicBezTo>
                  <a:pt x="4710272" y="2978753"/>
                  <a:pt x="4825334" y="3009423"/>
                  <a:pt x="4923251" y="3036188"/>
                </a:cubicBezTo>
                <a:cubicBezTo>
                  <a:pt x="5021168" y="3062954"/>
                  <a:pt x="5102130" y="3085242"/>
                  <a:pt x="5159662" y="3102482"/>
                </a:cubicBezTo>
                <a:cubicBezTo>
                  <a:pt x="5192618" y="3112198"/>
                  <a:pt x="5225479" y="3121913"/>
                  <a:pt x="5258245" y="3131724"/>
                </a:cubicBezTo>
                <a:cubicBezTo>
                  <a:pt x="5291107" y="3141439"/>
                  <a:pt x="5323682" y="3151822"/>
                  <a:pt x="5356353" y="3161823"/>
                </a:cubicBezTo>
                <a:cubicBezTo>
                  <a:pt x="5618481" y="3241166"/>
                  <a:pt x="5866131" y="3326796"/>
                  <a:pt x="6112162" y="3419379"/>
                </a:cubicBezTo>
                <a:cubicBezTo>
                  <a:pt x="6235320" y="3465385"/>
                  <a:pt x="6357716" y="3513962"/>
                  <a:pt x="6481541" y="3563969"/>
                </a:cubicBezTo>
                <a:cubicBezTo>
                  <a:pt x="6604985" y="3614832"/>
                  <a:pt x="6730144" y="3666648"/>
                  <a:pt x="6857302" y="3722655"/>
                </a:cubicBezTo>
                <a:cubicBezTo>
                  <a:pt x="6892259" y="3737895"/>
                  <a:pt x="6927025" y="3753230"/>
                  <a:pt x="6961601" y="3769042"/>
                </a:cubicBezTo>
                <a:cubicBezTo>
                  <a:pt x="6996177" y="3784758"/>
                  <a:pt x="7030753" y="3800379"/>
                  <a:pt x="7065329" y="3816095"/>
                </a:cubicBezTo>
                <a:cubicBezTo>
                  <a:pt x="7234397" y="3893724"/>
                  <a:pt x="7406704" y="3977258"/>
                  <a:pt x="7576631" y="4063174"/>
                </a:cubicBezTo>
                <a:cubicBezTo>
                  <a:pt x="7633209" y="4092034"/>
                  <a:pt x="7689406" y="4121276"/>
                  <a:pt x="7745032" y="4151089"/>
                </a:cubicBezTo>
                <a:cubicBezTo>
                  <a:pt x="7815518" y="4188999"/>
                  <a:pt x="7885431" y="4228052"/>
                  <a:pt x="7954678" y="4269104"/>
                </a:cubicBezTo>
                <a:cubicBezTo>
                  <a:pt x="8031259" y="4315110"/>
                  <a:pt x="8107078" y="4363211"/>
                  <a:pt x="8181182" y="4414456"/>
                </a:cubicBezTo>
                <a:cubicBezTo>
                  <a:pt x="8255287" y="4465605"/>
                  <a:pt x="8327486" y="4520183"/>
                  <a:pt x="8397971" y="4576762"/>
                </a:cubicBezTo>
                <a:cubicBezTo>
                  <a:pt x="8539036" y="4689919"/>
                  <a:pt x="8674196" y="4810982"/>
                  <a:pt x="8811832" y="4929663"/>
                </a:cubicBezTo>
                <a:cubicBezTo>
                  <a:pt x="8949564" y="5048154"/>
                  <a:pt x="9089676" y="5165217"/>
                  <a:pt x="9241124" y="5267134"/>
                </a:cubicBezTo>
                <a:cubicBezTo>
                  <a:pt x="9316753" y="5318093"/>
                  <a:pt x="9395143" y="5365242"/>
                  <a:pt x="9476677" y="5406389"/>
                </a:cubicBezTo>
                <a:cubicBezTo>
                  <a:pt x="9558116" y="5447728"/>
                  <a:pt x="9643269" y="5482018"/>
                  <a:pt x="9730804" y="5508402"/>
                </a:cubicBezTo>
                <a:cubicBezTo>
                  <a:pt x="9779477" y="5523547"/>
                  <a:pt x="9829197" y="5534596"/>
                  <a:pt x="9879109" y="5544597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5" name="Title 1"/>
          <p:cNvSpPr txBox="1"/>
          <p:nvPr/>
        </p:nvSpPr>
        <p:spPr>
          <a:xfrm>
            <a:off x="337820" y="5690870"/>
            <a:ext cx="11901805" cy="2927985"/>
          </a:xfrm>
          <a:prstGeom prst="rect">
            <a:avLst/>
          </a:prstGeom>
        </p:spPr>
        <p:txBody>
          <a:bodyPr>
            <a:normAutofit fontScale="6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5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 </a:t>
            </a:r>
            <a:r>
              <a:rPr lang="zh-CN" altLang="en-US" sz="2166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城市飞行棋</a:t>
            </a:r>
            <a:r>
              <a:rPr lang="en-US" altLang="zh-CN" sz="2166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--4</a:t>
            </a:r>
            <a:endParaRPr lang="en-US" altLang="zh-CN" sz="21665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778533" y="872218"/>
            <a:ext cx="171894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Arial" panose="020B0604020202020204" pitchFamily="34" charset="0"/>
                <a:ea typeface="汉仪正圆 55简" panose="00020600040101010101" charset="-122"/>
                <a:cs typeface="Poppins" panose="02000000000000000000" charset="0"/>
              </a:rPr>
              <a:t>www.yoercn.com</a:t>
            </a:r>
            <a:endParaRPr lang="en-US" sz="1600" dirty="0">
              <a:latin typeface="Arial" panose="020B0604020202020204" pitchFamily="34" charset="0"/>
              <a:ea typeface="汉仪正圆 55简" panose="00020600040101010101" charset="-122"/>
              <a:cs typeface="Poppins" panose="02000000000000000000" charset="0"/>
            </a:endParaRPr>
          </a:p>
        </p:txBody>
      </p:sp>
      <p:sp>
        <p:nvSpPr>
          <p:cNvPr id="65" name="Freeform: Shape 64"/>
          <p:cNvSpPr/>
          <p:nvPr/>
        </p:nvSpPr>
        <p:spPr>
          <a:xfrm>
            <a:off x="22688760" y="12559300"/>
            <a:ext cx="174860" cy="291945"/>
          </a:xfrm>
          <a:custGeom>
            <a:avLst/>
            <a:gdLst>
              <a:gd name="connsiteX0" fmla="*/ 160924 w 323916"/>
              <a:gd name="connsiteY0" fmla="*/ 19 h 540808"/>
              <a:gd name="connsiteX1" fmla="*/ 190490 w 323916"/>
              <a:gd name="connsiteY1" fmla="*/ 27567 h 540808"/>
              <a:gd name="connsiteX2" fmla="*/ 190490 w 323916"/>
              <a:gd name="connsiteY2" fmla="*/ 443264 h 540808"/>
              <a:gd name="connsiteX3" fmla="*/ 275084 w 323916"/>
              <a:gd name="connsiteY3" fmla="*/ 358670 h 540808"/>
              <a:gd name="connsiteX4" fmla="*/ 316842 w 323916"/>
              <a:gd name="connsiteY4" fmla="*/ 357323 h 540808"/>
              <a:gd name="connsiteX5" fmla="*/ 323847 w 323916"/>
              <a:gd name="connsiteY5" fmla="*/ 378876 h 540808"/>
              <a:gd name="connsiteX6" fmla="*/ 315495 w 323916"/>
              <a:gd name="connsiteY6" fmla="*/ 399081 h 540808"/>
              <a:gd name="connsiteX7" fmla="*/ 182138 w 323916"/>
              <a:gd name="connsiteY7" fmla="*/ 532438 h 540808"/>
              <a:gd name="connsiteX8" fmla="*/ 141727 w 323916"/>
              <a:gd name="connsiteY8" fmla="*/ 532438 h 540808"/>
              <a:gd name="connsiteX9" fmla="*/ 8370 w 323916"/>
              <a:gd name="connsiteY9" fmla="*/ 399081 h 540808"/>
              <a:gd name="connsiteX10" fmla="*/ 8370 w 323916"/>
              <a:gd name="connsiteY10" fmla="*/ 358670 h 540808"/>
              <a:gd name="connsiteX11" fmla="*/ 48781 w 323916"/>
              <a:gd name="connsiteY11" fmla="*/ 358670 h 540808"/>
              <a:gd name="connsiteX12" fmla="*/ 133375 w 323916"/>
              <a:gd name="connsiteY12" fmla="*/ 443264 h 540808"/>
              <a:gd name="connsiteX13" fmla="*/ 133375 w 323916"/>
              <a:gd name="connsiteY13" fmla="*/ 27567 h 540808"/>
              <a:gd name="connsiteX14" fmla="*/ 160924 w 323916"/>
              <a:gd name="connsiteY14" fmla="*/ 19 h 540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3916" h="540808">
                <a:moveTo>
                  <a:pt x="160924" y="19"/>
                </a:moveTo>
                <a:cubicBezTo>
                  <a:pt x="176696" y="-538"/>
                  <a:pt x="189933" y="11796"/>
                  <a:pt x="190490" y="27567"/>
                </a:cubicBezTo>
                <a:lnTo>
                  <a:pt x="190490" y="443264"/>
                </a:lnTo>
                <a:lnTo>
                  <a:pt x="275084" y="358670"/>
                </a:lnTo>
                <a:cubicBezTo>
                  <a:pt x="286396" y="347110"/>
                  <a:pt x="304808" y="346515"/>
                  <a:pt x="316842" y="357323"/>
                </a:cubicBezTo>
                <a:cubicBezTo>
                  <a:pt x="321869" y="363334"/>
                  <a:pt x="324378" y="371057"/>
                  <a:pt x="323847" y="378876"/>
                </a:cubicBezTo>
                <a:cubicBezTo>
                  <a:pt x="323851" y="386452"/>
                  <a:pt x="320847" y="393719"/>
                  <a:pt x="315495" y="399081"/>
                </a:cubicBezTo>
                <a:lnTo>
                  <a:pt x="182138" y="532438"/>
                </a:lnTo>
                <a:cubicBezTo>
                  <a:pt x="170979" y="543598"/>
                  <a:pt x="152887" y="543598"/>
                  <a:pt x="141727" y="532438"/>
                </a:cubicBezTo>
                <a:lnTo>
                  <a:pt x="8370" y="399081"/>
                </a:lnTo>
                <a:cubicBezTo>
                  <a:pt x="-2789" y="387922"/>
                  <a:pt x="-2789" y="369830"/>
                  <a:pt x="8370" y="358670"/>
                </a:cubicBezTo>
                <a:cubicBezTo>
                  <a:pt x="19530" y="347511"/>
                  <a:pt x="37622" y="347511"/>
                  <a:pt x="48781" y="358670"/>
                </a:cubicBezTo>
                <a:lnTo>
                  <a:pt x="133375" y="443264"/>
                </a:lnTo>
                <a:lnTo>
                  <a:pt x="133375" y="27567"/>
                </a:lnTo>
                <a:cubicBezTo>
                  <a:pt x="133904" y="12578"/>
                  <a:pt x="145934" y="548"/>
                  <a:pt x="160924" y="1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2" name="图片 1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0" y="12437745"/>
            <a:ext cx="6013450" cy="508000"/>
          </a:xfrm>
          <a:prstGeom prst="rect">
            <a:avLst/>
          </a:prstGeom>
        </p:spPr>
      </p:pic>
      <p:pic>
        <p:nvPicPr>
          <p:cNvPr id="4" name="图片 3" descr="优尔教育-LOGO-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0035" y="1209675"/>
            <a:ext cx="10156825" cy="10156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sp>
        <p:nvSpPr>
          <p:cNvPr id="14" name="Title 1"/>
          <p:cNvSpPr txBox="1"/>
          <p:nvPr/>
        </p:nvSpPr>
        <p:spPr>
          <a:xfrm>
            <a:off x="1014730" y="635000"/>
            <a:ext cx="9559925" cy="278955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0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</a:t>
            </a:r>
            <a:r>
              <a:rPr lang="zh-CN" altLang="en-US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复习学具组成</a:t>
            </a:r>
            <a:endParaRPr lang="zh-CN" altLang="en-US" sz="8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615" y="635000"/>
            <a:ext cx="12332970" cy="1233297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5341620" y="9466580"/>
            <a:ext cx="3729990" cy="2200275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184910" y="9352915"/>
            <a:ext cx="3694430" cy="2128520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5392420" y="6609080"/>
            <a:ext cx="3804285" cy="216662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184910" y="6438900"/>
            <a:ext cx="3743325" cy="22021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rcRect l="38325" t="28589" r="41193" b="38154"/>
          <a:stretch>
            <a:fillRect/>
          </a:stretch>
        </p:blipFill>
        <p:spPr>
          <a:xfrm flipH="1">
            <a:off x="3010535" y="1982470"/>
            <a:ext cx="3847465" cy="4281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sp>
        <p:nvSpPr>
          <p:cNvPr id="14" name="Title 1"/>
          <p:cNvSpPr txBox="1"/>
          <p:nvPr/>
        </p:nvSpPr>
        <p:spPr>
          <a:xfrm>
            <a:off x="175895" y="951230"/>
            <a:ext cx="6754495" cy="24733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</a:t>
            </a:r>
            <a:r>
              <a:rPr lang="zh-CN" altLang="en-US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复习游戏规则</a:t>
            </a:r>
            <a:endParaRPr lang="zh-CN" altLang="en-US" sz="8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0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7766685" y="11778615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7766685" y="11044555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8973185" y="11922760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8998585" y="11014075"/>
            <a:ext cx="1544955" cy="908685"/>
          </a:xfrm>
          <a:prstGeom prst="rect">
            <a:avLst/>
          </a:prstGeom>
        </p:spPr>
      </p:pic>
      <p:pic>
        <p:nvPicPr>
          <p:cNvPr id="3" name="图片 2" descr="格米贴纸拆分-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14540" y="9375775"/>
            <a:ext cx="4576445" cy="45764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rcRect l="38325" t="28589" r="41193" b="38154"/>
          <a:stretch>
            <a:fillRect/>
          </a:stretch>
        </p:blipFill>
        <p:spPr>
          <a:xfrm flipH="1">
            <a:off x="1804670" y="3424555"/>
            <a:ext cx="3847465" cy="428180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160145" y="8768080"/>
            <a:ext cx="5257165" cy="1745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骰子掷到数字</a:t>
            </a:r>
            <a:r>
              <a:rPr lang="en-US" altLang="zh-CN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4</a:t>
            </a:r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，</a:t>
            </a:r>
            <a:endParaRPr lang="en-US" altLang="zh-CN" sz="6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  <a:p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小车向前走</a:t>
            </a:r>
            <a:r>
              <a:rPr lang="en-US" altLang="zh-CN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4</a:t>
            </a:r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步。</a:t>
            </a:r>
            <a:endParaRPr lang="zh-CN" altLang="en-US" sz="6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02853 -0.389518 " pathEditMode="relative" rAng="0" ptsTypes="">
                                      <p:cBhvr>
                                        <p:cTn id="2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" y="-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0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14989175" y="4203065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8478500" y="7094855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18432780" y="11305540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8478500" y="2853690"/>
            <a:ext cx="1544955" cy="90868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1665" y="5111115"/>
            <a:ext cx="6126480" cy="2347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66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最先到达终点的小汽车获得游戏的胜利</a:t>
            </a:r>
            <a:endParaRPr lang="zh-CN" sz="66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pic>
        <p:nvPicPr>
          <p:cNvPr id="5" name="图片 4" descr="格米贴纸拆分-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43545" y="10076180"/>
            <a:ext cx="3602990" cy="360299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175895" y="951230"/>
            <a:ext cx="6754495" cy="24733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</a:t>
            </a:r>
            <a:r>
              <a:rPr lang="zh-CN" altLang="en-US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复习游戏规则</a:t>
            </a:r>
            <a:endParaRPr lang="zh-CN" altLang="en-US" sz="8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5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10183495" y="5662930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3585190" y="4232910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13649960" y="1373505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0177780" y="2853690"/>
            <a:ext cx="1544955" cy="90868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1665" y="3763010"/>
            <a:ext cx="8134350" cy="3695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66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当小汽车走到带有红绿灯的格子里时，需要投掷颜色骰子</a:t>
            </a:r>
            <a:endParaRPr lang="zh-CN" sz="66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3649960" y="1111885"/>
            <a:ext cx="1459865" cy="141732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4c2dcf10a33833f29ca47e27f2f642e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292" t="31097" r="30958" b="30819"/>
          <a:stretch>
            <a:fillRect/>
          </a:stretch>
        </p:blipFill>
        <p:spPr>
          <a:xfrm>
            <a:off x="1925955" y="7458710"/>
            <a:ext cx="5212080" cy="3482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/>
      <p:bldP spid="6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942840" y="2397125"/>
            <a:ext cx="17684750" cy="1642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8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当骰子掷到红色时，代表暂停一轮游戏</a:t>
            </a:r>
            <a:endParaRPr lang="zh-CN" sz="8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pic>
        <p:nvPicPr>
          <p:cNvPr id="7" name="图片 6" descr="4c2dcf10a33833f29ca47e27f2f642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292" t="31097" r="30958" b="30819"/>
          <a:stretch>
            <a:fillRect/>
          </a:stretch>
        </p:blipFill>
        <p:spPr>
          <a:xfrm>
            <a:off x="20239990" y="9937115"/>
            <a:ext cx="5212080" cy="3482340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2393315" y="2396490"/>
            <a:ext cx="1724025" cy="164274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2393315" y="5342255"/>
            <a:ext cx="1724025" cy="1642745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393315" y="8836025"/>
            <a:ext cx="1724025" cy="1642745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942205" y="5422900"/>
            <a:ext cx="17576165" cy="144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8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当骰子掷到黄色时，代表原地不动</a:t>
            </a:r>
            <a:endParaRPr lang="zh-CN" sz="8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92980" y="8836025"/>
            <a:ext cx="18610580" cy="1800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8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当骰子掷到绿色时，代表再投掷一次骰子</a:t>
            </a:r>
            <a:endParaRPr lang="zh-CN" sz="8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5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17009110" y="4203065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0177780" y="4232910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13585190" y="5676900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3610590" y="8497570"/>
            <a:ext cx="1544955" cy="90868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1665" y="3763010"/>
            <a:ext cx="8134350" cy="3695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66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当小汽车走到的格子旁边有连通的路线时，小汽车可以直接通向旁边的格子上。</a:t>
            </a:r>
            <a:endParaRPr lang="zh-CN" sz="66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1637645" y="4232910"/>
            <a:ext cx="1946910" cy="87757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15062200" y="8497570"/>
            <a:ext cx="1946910" cy="87757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8416905" y="4233545"/>
            <a:ext cx="1946910" cy="87757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9" presetClass="entr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9" presetClass="entr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0519 -0.000881998 " pathEditMode="relative" rAng="0" ptsTypes="">
                                      <p:cBhvr>
                                        <p:cTn id="2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3904 0.00496704 " pathEditMode="relative" rAng="0" ptsTypes="">
                                      <p:cBhvr>
                                        <p:cTn id="3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37536 0.00589546 " pathEditMode="relative" ptsTypes="">
                                      <p:cBhvr>
                                        <p:cTn id="3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/>
      <p:bldP spid="6" grpId="1" bldLvl="0" animBg="1"/>
      <p:bldP spid="3" grpId="1" bldLvl="0" animBg="1"/>
      <p:bldP spid="5" grpId="1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043170" y="4827270"/>
            <a:ext cx="7950835" cy="2347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88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小朋友们，你认识它吗？</a:t>
            </a:r>
            <a:endParaRPr lang="zh-CN" sz="88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622300" y="951230"/>
            <a:ext cx="7078345" cy="24733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</a:t>
            </a:r>
            <a:r>
              <a:rPr lang="zh-CN" altLang="en-US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新增游戏规则</a:t>
            </a:r>
            <a:endParaRPr lang="zh-CN" altLang="en-US" sz="8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  <p:pic>
        <p:nvPicPr>
          <p:cNvPr id="6" name="图片 5" descr="t034a5ff5487fe32169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50000"/>
          <a:stretch>
            <a:fillRect/>
          </a:stretch>
        </p:blipFill>
        <p:spPr>
          <a:xfrm>
            <a:off x="13623925" y="5556885"/>
            <a:ext cx="10855325" cy="8421370"/>
          </a:xfrm>
          <a:prstGeom prst="rect">
            <a:avLst/>
          </a:prstGeom>
        </p:spPr>
      </p:pic>
      <p:pic>
        <p:nvPicPr>
          <p:cNvPr id="5" name="图片 4" descr="微信图片_202503200940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314960" y="6210300"/>
            <a:ext cx="6572250" cy="6572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5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17009110" y="4203065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0177780" y="1251585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13585190" y="5676900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3610590" y="8497570"/>
            <a:ext cx="1544955" cy="90868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1665" y="3763010"/>
            <a:ext cx="8134350" cy="3695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66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当小汽车停留的格子中有路障标识时，小汽车需要暂停一轮游戏。</a:t>
            </a:r>
            <a:endParaRPr lang="zh-CN" sz="66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sp>
        <p:nvSpPr>
          <p:cNvPr id="7" name="乘号 6"/>
          <p:cNvSpPr/>
          <p:nvPr/>
        </p:nvSpPr>
        <p:spPr>
          <a:xfrm>
            <a:off x="9998710" y="1393190"/>
            <a:ext cx="1703705" cy="1764665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/>
      <p:bldP spid="7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Graphic 17"/>
          <p:cNvSpPr/>
          <p:nvPr/>
        </p:nvSpPr>
        <p:spPr>
          <a:xfrm rot="6300000" flipV="1">
            <a:off x="4634560" y="5186325"/>
            <a:ext cx="6892971" cy="6844723"/>
          </a:xfrm>
          <a:custGeom>
            <a:avLst/>
            <a:gdLst>
              <a:gd name="connsiteX0" fmla="*/ 3626068 w 3626068"/>
              <a:gd name="connsiteY0" fmla="*/ 3592691 h 3600687"/>
              <a:gd name="connsiteX1" fmla="*/ 3551202 w 3626068"/>
              <a:gd name="connsiteY1" fmla="*/ 3598882 h 3600687"/>
              <a:gd name="connsiteX2" fmla="*/ 3020850 w 3626068"/>
              <a:gd name="connsiteY2" fmla="*/ 3519158 h 3600687"/>
              <a:gd name="connsiteX3" fmla="*/ 2552125 w 3626068"/>
              <a:gd name="connsiteY3" fmla="*/ 3269317 h 3600687"/>
              <a:gd name="connsiteX4" fmla="*/ 2459065 w 3626068"/>
              <a:gd name="connsiteY4" fmla="*/ 3196165 h 3600687"/>
              <a:gd name="connsiteX5" fmla="*/ 2423537 w 3626068"/>
              <a:gd name="connsiteY5" fmla="*/ 3165875 h 3600687"/>
              <a:gd name="connsiteX6" fmla="*/ 2388580 w 3626068"/>
              <a:gd name="connsiteY6" fmla="*/ 3134538 h 3600687"/>
              <a:gd name="connsiteX7" fmla="*/ 2288187 w 3626068"/>
              <a:gd name="connsiteY7" fmla="*/ 3035573 h 3600687"/>
              <a:gd name="connsiteX8" fmla="*/ 2264374 w 3626068"/>
              <a:gd name="connsiteY8" fmla="*/ 3009856 h 3600687"/>
              <a:gd name="connsiteX9" fmla="*/ 2241038 w 3626068"/>
              <a:gd name="connsiteY9" fmla="*/ 2983757 h 3600687"/>
              <a:gd name="connsiteX10" fmla="*/ 2195985 w 3626068"/>
              <a:gd name="connsiteY10" fmla="*/ 2931084 h 3600687"/>
              <a:gd name="connsiteX11" fmla="*/ 2160742 w 3626068"/>
              <a:gd name="connsiteY11" fmla="*/ 2887269 h 3600687"/>
              <a:gd name="connsiteX12" fmla="*/ 2125881 w 3626068"/>
              <a:gd name="connsiteY12" fmla="*/ 2842978 h 3600687"/>
              <a:gd name="connsiteX13" fmla="*/ 1911663 w 3626068"/>
              <a:gd name="connsiteY13" fmla="*/ 2508841 h 3600687"/>
              <a:gd name="connsiteX14" fmla="*/ 1743547 w 3626068"/>
              <a:gd name="connsiteY14" fmla="*/ 2152892 h 3600687"/>
              <a:gd name="connsiteX15" fmla="*/ 1706304 w 3626068"/>
              <a:gd name="connsiteY15" fmla="*/ 2058785 h 3600687"/>
              <a:gd name="connsiteX16" fmla="*/ 1611245 w 3626068"/>
              <a:gd name="connsiteY16" fmla="*/ 1779226 h 3600687"/>
              <a:gd name="connsiteX17" fmla="*/ 1582289 w 3626068"/>
              <a:gd name="connsiteY17" fmla="*/ 1681880 h 3600687"/>
              <a:gd name="connsiteX18" fmla="*/ 1553142 w 3626068"/>
              <a:gd name="connsiteY18" fmla="*/ 1577772 h 3600687"/>
              <a:gd name="connsiteX19" fmla="*/ 1494659 w 3626068"/>
              <a:gd name="connsiteY19" fmla="*/ 1358792 h 3600687"/>
              <a:gd name="connsiteX20" fmla="*/ 1433985 w 3626068"/>
              <a:gd name="connsiteY20" fmla="*/ 1141337 h 3600687"/>
              <a:gd name="connsiteX21" fmla="*/ 1369405 w 3626068"/>
              <a:gd name="connsiteY21" fmla="*/ 944074 h 3600687"/>
              <a:gd name="connsiteX22" fmla="*/ 1353213 w 3626068"/>
              <a:gd name="connsiteY22" fmla="*/ 899878 h 3600687"/>
              <a:gd name="connsiteX23" fmla="*/ 1336830 w 3626068"/>
              <a:gd name="connsiteY23" fmla="*/ 858349 h 3600687"/>
              <a:gd name="connsiteX24" fmla="*/ 1305302 w 3626068"/>
              <a:gd name="connsiteY24" fmla="*/ 783863 h 3600687"/>
              <a:gd name="connsiteX25" fmla="*/ 1276441 w 3626068"/>
              <a:gd name="connsiteY25" fmla="*/ 722237 h 3600687"/>
              <a:gd name="connsiteX26" fmla="*/ 1263963 w 3626068"/>
              <a:gd name="connsiteY26" fmla="*/ 696519 h 3600687"/>
              <a:gd name="connsiteX27" fmla="*/ 1252438 w 3626068"/>
              <a:gd name="connsiteY27" fmla="*/ 674802 h 3600687"/>
              <a:gd name="connsiteX28" fmla="*/ 1230245 w 3626068"/>
              <a:gd name="connsiteY28" fmla="*/ 633368 h 3600687"/>
              <a:gd name="connsiteX29" fmla="*/ 1206242 w 3626068"/>
              <a:gd name="connsiteY29" fmla="*/ 592506 h 3600687"/>
              <a:gd name="connsiteX30" fmla="*/ 1188430 w 3626068"/>
              <a:gd name="connsiteY30" fmla="*/ 562883 h 3600687"/>
              <a:gd name="connsiteX31" fmla="*/ 1148425 w 3626068"/>
              <a:gd name="connsiteY31" fmla="*/ 503543 h 3600687"/>
              <a:gd name="connsiteX32" fmla="*/ 1121088 w 3626068"/>
              <a:gd name="connsiteY32" fmla="*/ 466967 h 3600687"/>
              <a:gd name="connsiteX33" fmla="*/ 1090227 w 3626068"/>
              <a:gd name="connsiteY33" fmla="*/ 427438 h 3600687"/>
              <a:gd name="connsiteX34" fmla="*/ 1017266 w 3626068"/>
              <a:gd name="connsiteY34" fmla="*/ 349714 h 3600687"/>
              <a:gd name="connsiteX35" fmla="*/ 856865 w 3626068"/>
              <a:gd name="connsiteY35" fmla="*/ 227318 h 3600687"/>
              <a:gd name="connsiteX36" fmla="*/ 823051 w 3626068"/>
              <a:gd name="connsiteY36" fmla="*/ 207506 h 3600687"/>
              <a:gd name="connsiteX37" fmla="*/ 795333 w 3626068"/>
              <a:gd name="connsiteY37" fmla="*/ 192361 h 3600687"/>
              <a:gd name="connsiteX38" fmla="*/ 764663 w 3626068"/>
              <a:gd name="connsiteY38" fmla="*/ 177121 h 3600687"/>
              <a:gd name="connsiteX39" fmla="*/ 646362 w 3626068"/>
              <a:gd name="connsiteY39" fmla="*/ 129020 h 3600687"/>
              <a:gd name="connsiteX40" fmla="*/ 417858 w 3626068"/>
              <a:gd name="connsiteY40" fmla="*/ 86252 h 3600687"/>
              <a:gd name="connsiteX41" fmla="*/ 214404 w 3626068"/>
              <a:gd name="connsiteY41" fmla="*/ 106350 h 3600687"/>
              <a:gd name="connsiteX42" fmla="*/ 72767 w 3626068"/>
              <a:gd name="connsiteY42" fmla="*/ 158738 h 3600687"/>
              <a:gd name="connsiteX43" fmla="*/ 5806 w 3626068"/>
              <a:gd name="connsiteY43" fmla="*/ 182264 h 3600687"/>
              <a:gd name="connsiteX44" fmla="*/ 853 w 3626068"/>
              <a:gd name="connsiteY44" fmla="*/ 181598 h 3600687"/>
              <a:gd name="connsiteX45" fmla="*/ 1234 w 3626068"/>
              <a:gd name="connsiteY45" fmla="*/ 176740 h 3600687"/>
              <a:gd name="connsiteX46" fmla="*/ 15617 w 3626068"/>
              <a:gd name="connsiteY46" fmla="*/ 150356 h 3600687"/>
              <a:gd name="connsiteX47" fmla="*/ 31524 w 3626068"/>
              <a:gd name="connsiteY47" fmla="*/ 132734 h 3600687"/>
              <a:gd name="connsiteX48" fmla="*/ 53241 w 3626068"/>
              <a:gd name="connsiteY48" fmla="*/ 112922 h 3600687"/>
              <a:gd name="connsiteX49" fmla="*/ 199926 w 3626068"/>
              <a:gd name="connsiteY49" fmla="*/ 33960 h 3600687"/>
              <a:gd name="connsiteX50" fmla="*/ 250027 w 3626068"/>
              <a:gd name="connsiteY50" fmla="*/ 19387 h 3600687"/>
              <a:gd name="connsiteX51" fmla="*/ 304320 w 3626068"/>
              <a:gd name="connsiteY51" fmla="*/ 8338 h 3600687"/>
              <a:gd name="connsiteX52" fmla="*/ 422525 w 3626068"/>
              <a:gd name="connsiteY52" fmla="*/ 146 h 3600687"/>
              <a:gd name="connsiteX53" fmla="*/ 674271 w 3626068"/>
              <a:gd name="connsiteY53" fmla="*/ 41866 h 3600687"/>
              <a:gd name="connsiteX54" fmla="*/ 804858 w 3626068"/>
              <a:gd name="connsiteY54" fmla="*/ 92634 h 3600687"/>
              <a:gd name="connsiteX55" fmla="*/ 838482 w 3626068"/>
              <a:gd name="connsiteY55" fmla="*/ 109208 h 3600687"/>
              <a:gd name="connsiteX56" fmla="*/ 868866 w 3626068"/>
              <a:gd name="connsiteY56" fmla="*/ 125686 h 3600687"/>
              <a:gd name="connsiteX57" fmla="*/ 905823 w 3626068"/>
              <a:gd name="connsiteY57" fmla="*/ 147308 h 3600687"/>
              <a:gd name="connsiteX58" fmla="*/ 1081750 w 3626068"/>
              <a:gd name="connsiteY58" fmla="*/ 281324 h 3600687"/>
              <a:gd name="connsiteX59" fmla="*/ 1162522 w 3626068"/>
              <a:gd name="connsiteY59" fmla="*/ 367145 h 3600687"/>
              <a:gd name="connsiteX60" fmla="*/ 1195955 w 3626068"/>
              <a:gd name="connsiteY60" fmla="*/ 409721 h 3600687"/>
              <a:gd name="connsiteX61" fmla="*/ 1225292 w 3626068"/>
              <a:gd name="connsiteY61" fmla="*/ 448964 h 3600687"/>
              <a:gd name="connsiteX62" fmla="*/ 1268059 w 3626068"/>
              <a:gd name="connsiteY62" fmla="*/ 512306 h 3600687"/>
              <a:gd name="connsiteX63" fmla="*/ 1287109 w 3626068"/>
              <a:gd name="connsiteY63" fmla="*/ 543833 h 3600687"/>
              <a:gd name="connsiteX64" fmla="*/ 1312731 w 3626068"/>
              <a:gd name="connsiteY64" fmla="*/ 587172 h 3600687"/>
              <a:gd name="connsiteX65" fmla="*/ 1336258 w 3626068"/>
              <a:gd name="connsiteY65" fmla="*/ 630987 h 3600687"/>
              <a:gd name="connsiteX66" fmla="*/ 1348355 w 3626068"/>
              <a:gd name="connsiteY66" fmla="*/ 654038 h 3600687"/>
              <a:gd name="connsiteX67" fmla="*/ 1361309 w 3626068"/>
              <a:gd name="connsiteY67" fmla="*/ 681184 h 3600687"/>
              <a:gd name="connsiteX68" fmla="*/ 1391217 w 3626068"/>
              <a:gd name="connsiteY68" fmla="*/ 746049 h 3600687"/>
              <a:gd name="connsiteX69" fmla="*/ 1423602 w 3626068"/>
              <a:gd name="connsiteY69" fmla="*/ 823964 h 3600687"/>
              <a:gd name="connsiteX70" fmla="*/ 1440271 w 3626068"/>
              <a:gd name="connsiteY70" fmla="*/ 867207 h 3600687"/>
              <a:gd name="connsiteX71" fmla="*/ 1456654 w 3626068"/>
              <a:gd name="connsiteY71" fmla="*/ 913022 h 3600687"/>
              <a:gd name="connsiteX72" fmla="*/ 1521043 w 3626068"/>
              <a:gd name="connsiteY72" fmla="*/ 1115905 h 3600687"/>
              <a:gd name="connsiteX73" fmla="*/ 1580098 w 3626068"/>
              <a:gd name="connsiteY73" fmla="*/ 1336504 h 3600687"/>
              <a:gd name="connsiteX74" fmla="*/ 1690302 w 3626068"/>
              <a:gd name="connsiteY74" fmla="*/ 1755604 h 3600687"/>
              <a:gd name="connsiteX75" fmla="*/ 1777742 w 3626068"/>
              <a:gd name="connsiteY75" fmla="*/ 2032972 h 3600687"/>
              <a:gd name="connsiteX76" fmla="*/ 1810794 w 3626068"/>
              <a:gd name="connsiteY76" fmla="*/ 2126793 h 3600687"/>
              <a:gd name="connsiteX77" fmla="*/ 1962527 w 3626068"/>
              <a:gd name="connsiteY77" fmla="*/ 2482266 h 3600687"/>
              <a:gd name="connsiteX78" fmla="*/ 2160171 w 3626068"/>
              <a:gd name="connsiteY78" fmla="*/ 2818118 h 3600687"/>
              <a:gd name="connsiteX79" fmla="*/ 2192746 w 3626068"/>
              <a:gd name="connsiteY79" fmla="*/ 2862885 h 3600687"/>
              <a:gd name="connsiteX80" fmla="*/ 2225798 w 3626068"/>
              <a:gd name="connsiteY80" fmla="*/ 2907176 h 3600687"/>
              <a:gd name="connsiteX81" fmla="*/ 2268279 w 3626068"/>
              <a:gd name="connsiteY81" fmla="*/ 2960516 h 3600687"/>
              <a:gd name="connsiteX82" fmla="*/ 2290282 w 3626068"/>
              <a:gd name="connsiteY82" fmla="*/ 2986901 h 3600687"/>
              <a:gd name="connsiteX83" fmla="*/ 2312856 w 3626068"/>
              <a:gd name="connsiteY83" fmla="*/ 3012999 h 3600687"/>
              <a:gd name="connsiteX84" fmla="*/ 2408487 w 3626068"/>
              <a:gd name="connsiteY84" fmla="*/ 3113488 h 3600687"/>
              <a:gd name="connsiteX85" fmla="*/ 2441920 w 3626068"/>
              <a:gd name="connsiteY85" fmla="*/ 3145397 h 3600687"/>
              <a:gd name="connsiteX86" fmla="*/ 2476020 w 3626068"/>
              <a:gd name="connsiteY86" fmla="*/ 3176258 h 3600687"/>
              <a:gd name="connsiteX87" fmla="*/ 2566031 w 3626068"/>
              <a:gd name="connsiteY87" fmla="*/ 3250743 h 3600687"/>
              <a:gd name="connsiteX88" fmla="*/ 3024374 w 3626068"/>
              <a:gd name="connsiteY88" fmla="*/ 3508871 h 3600687"/>
              <a:gd name="connsiteX89" fmla="*/ 3551011 w 3626068"/>
              <a:gd name="connsiteY89" fmla="*/ 3596882 h 3600687"/>
              <a:gd name="connsiteX90" fmla="*/ 3626068 w 3626068"/>
              <a:gd name="connsiteY90" fmla="*/ 3592691 h 360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3626068" h="3600687">
                <a:moveTo>
                  <a:pt x="3626068" y="3592691"/>
                </a:moveTo>
                <a:cubicBezTo>
                  <a:pt x="3601208" y="3595072"/>
                  <a:pt x="3576348" y="3597930"/>
                  <a:pt x="3551202" y="3598882"/>
                </a:cubicBezTo>
                <a:cubicBezTo>
                  <a:pt x="3371275" y="3608597"/>
                  <a:pt x="3189823" y="3578689"/>
                  <a:pt x="3020850" y="3519158"/>
                </a:cubicBezTo>
                <a:cubicBezTo>
                  <a:pt x="2851591" y="3459722"/>
                  <a:pt x="2693666" y="3373235"/>
                  <a:pt x="2552125" y="3269317"/>
                </a:cubicBezTo>
                <a:cubicBezTo>
                  <a:pt x="2520216" y="3245885"/>
                  <a:pt x="2489450" y="3221311"/>
                  <a:pt x="2459065" y="3196165"/>
                </a:cubicBezTo>
                <a:cubicBezTo>
                  <a:pt x="2447254" y="3186068"/>
                  <a:pt x="2435443" y="3175972"/>
                  <a:pt x="2423537" y="3165875"/>
                </a:cubicBezTo>
                <a:cubicBezTo>
                  <a:pt x="2411916" y="3155493"/>
                  <a:pt x="2400296" y="3145016"/>
                  <a:pt x="2388580" y="3134538"/>
                </a:cubicBezTo>
                <a:cubicBezTo>
                  <a:pt x="2354195" y="3102534"/>
                  <a:pt x="2320381" y="3069673"/>
                  <a:pt x="2288187" y="3035573"/>
                </a:cubicBezTo>
                <a:cubicBezTo>
                  <a:pt x="2279995" y="3027191"/>
                  <a:pt x="2272280" y="3018333"/>
                  <a:pt x="2264374" y="3009856"/>
                </a:cubicBezTo>
                <a:cubicBezTo>
                  <a:pt x="2256468" y="3001188"/>
                  <a:pt x="2248467" y="2992711"/>
                  <a:pt x="2241038" y="2983757"/>
                </a:cubicBezTo>
                <a:cubicBezTo>
                  <a:pt x="2225893" y="2966041"/>
                  <a:pt x="2210939" y="2948515"/>
                  <a:pt x="2195985" y="2931084"/>
                </a:cubicBezTo>
                <a:cubicBezTo>
                  <a:pt x="2183507" y="2917082"/>
                  <a:pt x="2172458" y="2901938"/>
                  <a:pt x="2160742" y="2887269"/>
                </a:cubicBezTo>
                <a:cubicBezTo>
                  <a:pt x="2149122" y="2872505"/>
                  <a:pt x="2137501" y="2857742"/>
                  <a:pt x="2125881" y="2842978"/>
                </a:cubicBezTo>
                <a:cubicBezTo>
                  <a:pt x="2043870" y="2732964"/>
                  <a:pt x="1974147" y="2622569"/>
                  <a:pt x="1911663" y="2508841"/>
                </a:cubicBezTo>
                <a:cubicBezTo>
                  <a:pt x="1849275" y="2395112"/>
                  <a:pt x="1794125" y="2278050"/>
                  <a:pt x="1743547" y="2152892"/>
                </a:cubicBezTo>
                <a:cubicBezTo>
                  <a:pt x="1731165" y="2121554"/>
                  <a:pt x="1718401" y="2090312"/>
                  <a:pt x="1706304" y="2058785"/>
                </a:cubicBezTo>
                <a:cubicBezTo>
                  <a:pt x="1685445" y="2003540"/>
                  <a:pt x="1649250" y="1903527"/>
                  <a:pt x="1611245" y="1779226"/>
                </a:cubicBezTo>
                <a:cubicBezTo>
                  <a:pt x="1602006" y="1748079"/>
                  <a:pt x="1591909" y="1715599"/>
                  <a:pt x="1582289" y="1681880"/>
                </a:cubicBezTo>
                <a:cubicBezTo>
                  <a:pt x="1572859" y="1648162"/>
                  <a:pt x="1562572" y="1613300"/>
                  <a:pt x="1553142" y="1577772"/>
                </a:cubicBezTo>
                <a:cubicBezTo>
                  <a:pt x="1533616" y="1506620"/>
                  <a:pt x="1514376" y="1432611"/>
                  <a:pt x="1494659" y="1358792"/>
                </a:cubicBezTo>
                <a:cubicBezTo>
                  <a:pt x="1474942" y="1284974"/>
                  <a:pt x="1454749" y="1211536"/>
                  <a:pt x="1433985" y="1141337"/>
                </a:cubicBezTo>
                <a:cubicBezTo>
                  <a:pt x="1412744" y="1071423"/>
                  <a:pt x="1391694" y="1004367"/>
                  <a:pt x="1369405" y="944074"/>
                </a:cubicBezTo>
                <a:cubicBezTo>
                  <a:pt x="1363881" y="929024"/>
                  <a:pt x="1358832" y="914070"/>
                  <a:pt x="1353213" y="899878"/>
                </a:cubicBezTo>
                <a:cubicBezTo>
                  <a:pt x="1347593" y="885686"/>
                  <a:pt x="1342164" y="871779"/>
                  <a:pt x="1336830" y="858349"/>
                </a:cubicBezTo>
                <a:cubicBezTo>
                  <a:pt x="1326638" y="831298"/>
                  <a:pt x="1315113" y="806819"/>
                  <a:pt x="1305302" y="783863"/>
                </a:cubicBezTo>
                <a:cubicBezTo>
                  <a:pt x="1295682" y="760813"/>
                  <a:pt x="1285109" y="740620"/>
                  <a:pt x="1276441" y="722237"/>
                </a:cubicBezTo>
                <a:cubicBezTo>
                  <a:pt x="1272060" y="713093"/>
                  <a:pt x="1267869" y="704520"/>
                  <a:pt x="1263963" y="696519"/>
                </a:cubicBezTo>
                <a:cubicBezTo>
                  <a:pt x="1259963" y="688518"/>
                  <a:pt x="1255867" y="681470"/>
                  <a:pt x="1252438" y="674802"/>
                </a:cubicBezTo>
                <a:cubicBezTo>
                  <a:pt x="1245104" y="661086"/>
                  <a:pt x="1237674" y="647275"/>
                  <a:pt x="1230245" y="633368"/>
                </a:cubicBezTo>
                <a:cubicBezTo>
                  <a:pt x="1222911" y="619462"/>
                  <a:pt x="1214243" y="606222"/>
                  <a:pt x="1206242" y="592506"/>
                </a:cubicBezTo>
                <a:cubicBezTo>
                  <a:pt x="1204242" y="589077"/>
                  <a:pt x="1197860" y="578600"/>
                  <a:pt x="1188430" y="562883"/>
                </a:cubicBezTo>
                <a:cubicBezTo>
                  <a:pt x="1178429" y="547453"/>
                  <a:pt x="1164427" y="527355"/>
                  <a:pt x="1148425" y="503543"/>
                </a:cubicBezTo>
                <a:cubicBezTo>
                  <a:pt x="1140615" y="491541"/>
                  <a:pt x="1130613" y="479921"/>
                  <a:pt x="1121088" y="466967"/>
                </a:cubicBezTo>
                <a:cubicBezTo>
                  <a:pt x="1111182" y="454394"/>
                  <a:pt x="1101372" y="440392"/>
                  <a:pt x="1090227" y="427438"/>
                </a:cubicBezTo>
                <a:cubicBezTo>
                  <a:pt x="1068606" y="401054"/>
                  <a:pt x="1043269" y="374955"/>
                  <a:pt x="1017266" y="349714"/>
                </a:cubicBezTo>
                <a:cubicBezTo>
                  <a:pt x="964212" y="300089"/>
                  <a:pt x="905347" y="256464"/>
                  <a:pt x="856865" y="227318"/>
                </a:cubicBezTo>
                <a:cubicBezTo>
                  <a:pt x="844673" y="220174"/>
                  <a:pt x="833529" y="213030"/>
                  <a:pt x="823051" y="207506"/>
                </a:cubicBezTo>
                <a:cubicBezTo>
                  <a:pt x="812574" y="201791"/>
                  <a:pt x="803334" y="196742"/>
                  <a:pt x="795333" y="192361"/>
                </a:cubicBezTo>
                <a:cubicBezTo>
                  <a:pt x="779046" y="184265"/>
                  <a:pt x="768187" y="178931"/>
                  <a:pt x="764663" y="177121"/>
                </a:cubicBezTo>
                <a:cubicBezTo>
                  <a:pt x="726372" y="158833"/>
                  <a:pt x="686748" y="142640"/>
                  <a:pt x="646362" y="129020"/>
                </a:cubicBezTo>
                <a:cubicBezTo>
                  <a:pt x="571115" y="104350"/>
                  <a:pt x="492343" y="89205"/>
                  <a:pt x="417858" y="86252"/>
                </a:cubicBezTo>
                <a:cubicBezTo>
                  <a:pt x="343277" y="82538"/>
                  <a:pt x="273363" y="91777"/>
                  <a:pt x="214404" y="106350"/>
                </a:cubicBezTo>
                <a:cubicBezTo>
                  <a:pt x="155539" y="121685"/>
                  <a:pt x="107819" y="142640"/>
                  <a:pt x="72767" y="158738"/>
                </a:cubicBezTo>
                <a:cubicBezTo>
                  <a:pt x="37810" y="174930"/>
                  <a:pt x="15331" y="186170"/>
                  <a:pt x="5806" y="182264"/>
                </a:cubicBezTo>
                <a:cubicBezTo>
                  <a:pt x="2663" y="183217"/>
                  <a:pt x="1044" y="182931"/>
                  <a:pt x="853" y="181598"/>
                </a:cubicBezTo>
                <a:cubicBezTo>
                  <a:pt x="-385" y="181121"/>
                  <a:pt x="-290" y="179502"/>
                  <a:pt x="1234" y="176740"/>
                </a:cubicBezTo>
                <a:cubicBezTo>
                  <a:pt x="2187" y="170358"/>
                  <a:pt x="7140" y="161500"/>
                  <a:pt x="15617" y="150356"/>
                </a:cubicBezTo>
                <a:cubicBezTo>
                  <a:pt x="19713" y="144641"/>
                  <a:pt x="25142" y="138926"/>
                  <a:pt x="31524" y="132734"/>
                </a:cubicBezTo>
                <a:cubicBezTo>
                  <a:pt x="37905" y="126638"/>
                  <a:pt x="45049" y="119780"/>
                  <a:pt x="53241" y="112922"/>
                </a:cubicBezTo>
                <a:cubicBezTo>
                  <a:pt x="86388" y="85967"/>
                  <a:pt x="136013" y="55391"/>
                  <a:pt x="199926" y="33960"/>
                </a:cubicBezTo>
                <a:cubicBezTo>
                  <a:pt x="215928" y="28817"/>
                  <a:pt x="232501" y="23197"/>
                  <a:pt x="250027" y="19387"/>
                </a:cubicBezTo>
                <a:cubicBezTo>
                  <a:pt x="267458" y="14720"/>
                  <a:pt x="285651" y="11576"/>
                  <a:pt x="304320" y="8338"/>
                </a:cubicBezTo>
                <a:cubicBezTo>
                  <a:pt x="341848" y="3004"/>
                  <a:pt x="381567" y="-806"/>
                  <a:pt x="422525" y="146"/>
                </a:cubicBezTo>
                <a:cubicBezTo>
                  <a:pt x="504726" y="1004"/>
                  <a:pt x="591117" y="15863"/>
                  <a:pt x="674271" y="41866"/>
                </a:cubicBezTo>
                <a:cubicBezTo>
                  <a:pt x="719038" y="55868"/>
                  <a:pt x="762758" y="73013"/>
                  <a:pt x="804858" y="92634"/>
                </a:cubicBezTo>
                <a:cubicBezTo>
                  <a:pt x="808764" y="94539"/>
                  <a:pt x="820670" y="100445"/>
                  <a:pt x="838482" y="109208"/>
                </a:cubicBezTo>
                <a:cubicBezTo>
                  <a:pt x="847245" y="113970"/>
                  <a:pt x="857436" y="119495"/>
                  <a:pt x="868866" y="125686"/>
                </a:cubicBezTo>
                <a:cubicBezTo>
                  <a:pt x="880296" y="131782"/>
                  <a:pt x="892488" y="139497"/>
                  <a:pt x="905823" y="147308"/>
                </a:cubicBezTo>
                <a:cubicBezTo>
                  <a:pt x="958973" y="179216"/>
                  <a:pt x="1023362" y="226746"/>
                  <a:pt x="1081750" y="281324"/>
                </a:cubicBezTo>
                <a:cubicBezTo>
                  <a:pt x="1110516" y="309137"/>
                  <a:pt x="1138424" y="337808"/>
                  <a:pt x="1162522" y="367145"/>
                </a:cubicBezTo>
                <a:cubicBezTo>
                  <a:pt x="1174905" y="381527"/>
                  <a:pt x="1185192" y="396196"/>
                  <a:pt x="1195955" y="409721"/>
                </a:cubicBezTo>
                <a:cubicBezTo>
                  <a:pt x="1206242" y="423533"/>
                  <a:pt x="1216910" y="436201"/>
                  <a:pt x="1225292" y="448964"/>
                </a:cubicBezTo>
                <a:cubicBezTo>
                  <a:pt x="1242437" y="474301"/>
                  <a:pt x="1257391" y="495827"/>
                  <a:pt x="1268059" y="512306"/>
                </a:cubicBezTo>
                <a:cubicBezTo>
                  <a:pt x="1278156" y="529070"/>
                  <a:pt x="1284918" y="540214"/>
                  <a:pt x="1287109" y="543833"/>
                </a:cubicBezTo>
                <a:cubicBezTo>
                  <a:pt x="1295682" y="558407"/>
                  <a:pt x="1304921" y="572504"/>
                  <a:pt x="1312731" y="587172"/>
                </a:cubicBezTo>
                <a:cubicBezTo>
                  <a:pt x="1320637" y="601841"/>
                  <a:pt x="1328448" y="616509"/>
                  <a:pt x="1336258" y="630987"/>
                </a:cubicBezTo>
                <a:cubicBezTo>
                  <a:pt x="1339973" y="638036"/>
                  <a:pt x="1344259" y="645560"/>
                  <a:pt x="1348355" y="654038"/>
                </a:cubicBezTo>
                <a:cubicBezTo>
                  <a:pt x="1352355" y="662515"/>
                  <a:pt x="1356737" y="671564"/>
                  <a:pt x="1361309" y="681184"/>
                </a:cubicBezTo>
                <a:cubicBezTo>
                  <a:pt x="1370358" y="700520"/>
                  <a:pt x="1381311" y="721951"/>
                  <a:pt x="1391217" y="746049"/>
                </a:cubicBezTo>
                <a:cubicBezTo>
                  <a:pt x="1401314" y="770052"/>
                  <a:pt x="1413220" y="795865"/>
                  <a:pt x="1423602" y="823964"/>
                </a:cubicBezTo>
                <a:cubicBezTo>
                  <a:pt x="1429032" y="837965"/>
                  <a:pt x="1434556" y="852348"/>
                  <a:pt x="1440271" y="867207"/>
                </a:cubicBezTo>
                <a:cubicBezTo>
                  <a:pt x="1446081" y="881971"/>
                  <a:pt x="1451034" y="897401"/>
                  <a:pt x="1456654" y="913022"/>
                </a:cubicBezTo>
                <a:cubicBezTo>
                  <a:pt x="1479133" y="975602"/>
                  <a:pt x="1500088" y="1044372"/>
                  <a:pt x="1521043" y="1115905"/>
                </a:cubicBezTo>
                <a:cubicBezTo>
                  <a:pt x="1541427" y="1187533"/>
                  <a:pt x="1561239" y="1262114"/>
                  <a:pt x="1580098" y="1336504"/>
                </a:cubicBezTo>
                <a:cubicBezTo>
                  <a:pt x="1617817" y="1485380"/>
                  <a:pt x="1654298" y="1632636"/>
                  <a:pt x="1690302" y="1755604"/>
                </a:cubicBezTo>
                <a:cubicBezTo>
                  <a:pt x="1725831" y="1878762"/>
                  <a:pt x="1759263" y="1977822"/>
                  <a:pt x="1777742" y="2032972"/>
                </a:cubicBezTo>
                <a:cubicBezTo>
                  <a:pt x="1788410" y="2064500"/>
                  <a:pt x="1799840" y="2095551"/>
                  <a:pt x="1810794" y="2126793"/>
                </a:cubicBezTo>
                <a:cubicBezTo>
                  <a:pt x="1856990" y="2251094"/>
                  <a:pt x="1906139" y="2368157"/>
                  <a:pt x="1962527" y="2482266"/>
                </a:cubicBezTo>
                <a:cubicBezTo>
                  <a:pt x="2019010" y="2596280"/>
                  <a:pt x="2082732" y="2707723"/>
                  <a:pt x="2160171" y="2818118"/>
                </a:cubicBezTo>
                <a:cubicBezTo>
                  <a:pt x="2171029" y="2833072"/>
                  <a:pt x="2181888" y="2848026"/>
                  <a:pt x="2192746" y="2862885"/>
                </a:cubicBezTo>
                <a:cubicBezTo>
                  <a:pt x="2203795" y="2877649"/>
                  <a:pt x="2214082" y="2892984"/>
                  <a:pt x="2225798" y="2907176"/>
                </a:cubicBezTo>
                <a:cubicBezTo>
                  <a:pt x="2239895" y="2924798"/>
                  <a:pt x="2254087" y="2942609"/>
                  <a:pt x="2268279" y="2960516"/>
                </a:cubicBezTo>
                <a:cubicBezTo>
                  <a:pt x="2275328" y="2969565"/>
                  <a:pt x="2282853" y="2978138"/>
                  <a:pt x="2290282" y="2986901"/>
                </a:cubicBezTo>
                <a:cubicBezTo>
                  <a:pt x="2297807" y="2995568"/>
                  <a:pt x="2305046" y="3004522"/>
                  <a:pt x="2312856" y="3012999"/>
                </a:cubicBezTo>
                <a:cubicBezTo>
                  <a:pt x="2343336" y="3047575"/>
                  <a:pt x="2375626" y="3080913"/>
                  <a:pt x="2408487" y="3113488"/>
                </a:cubicBezTo>
                <a:cubicBezTo>
                  <a:pt x="2419632" y="3124156"/>
                  <a:pt x="2430871" y="3134729"/>
                  <a:pt x="2441920" y="3145397"/>
                </a:cubicBezTo>
                <a:cubicBezTo>
                  <a:pt x="2453350" y="3155684"/>
                  <a:pt x="2464685" y="3166066"/>
                  <a:pt x="2476020" y="3176258"/>
                </a:cubicBezTo>
                <a:cubicBezTo>
                  <a:pt x="2505261" y="3201880"/>
                  <a:pt x="2535075" y="3226931"/>
                  <a:pt x="2566031" y="3250743"/>
                </a:cubicBezTo>
                <a:cubicBezTo>
                  <a:pt x="2702334" y="3358185"/>
                  <a:pt x="2857305" y="3447244"/>
                  <a:pt x="3024374" y="3508871"/>
                </a:cubicBezTo>
                <a:cubicBezTo>
                  <a:pt x="3191252" y="3570688"/>
                  <a:pt x="3371275" y="3602882"/>
                  <a:pt x="3551011" y="3596882"/>
                </a:cubicBezTo>
                <a:cubicBezTo>
                  <a:pt x="3576252" y="3596596"/>
                  <a:pt x="3601113" y="3594405"/>
                  <a:pt x="3626068" y="3592691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endParaRPr lang="en-ID"/>
          </a:p>
        </p:txBody>
      </p:sp>
      <p:pic>
        <p:nvPicPr>
          <p:cNvPr id="2" name="图片 1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740" y="12851765"/>
            <a:ext cx="3588385" cy="329565"/>
          </a:xfrm>
          <a:prstGeom prst="rect">
            <a:avLst/>
          </a:prstGeom>
        </p:spPr>
      </p:pic>
      <p:pic>
        <p:nvPicPr>
          <p:cNvPr id="6" name="图片 5" descr="ea6f24e1d2455ac3f0897ac1606e9bf"/>
          <p:cNvPicPr>
            <a:picLocks noChangeAspect="1"/>
          </p:cNvPicPr>
          <p:nvPr/>
        </p:nvPicPr>
        <p:blipFill>
          <a:blip r:embed="rId2"/>
          <a:srcRect l="-6459" b="688"/>
          <a:stretch>
            <a:fillRect/>
          </a:stretch>
        </p:blipFill>
        <p:spPr>
          <a:xfrm>
            <a:off x="-1555115" y="-635"/>
            <a:ext cx="26033730" cy="13679805"/>
          </a:xfrm>
          <a:prstGeom prst="rect">
            <a:avLst/>
          </a:prstGeom>
        </p:spPr>
      </p:pic>
      <p:pic>
        <p:nvPicPr>
          <p:cNvPr id="20" name="图片 19" descr="ea6f24e1d2455ac3f0897ac1606e9bf"/>
          <p:cNvPicPr>
            <a:picLocks noChangeAspect="1"/>
          </p:cNvPicPr>
          <p:nvPr/>
        </p:nvPicPr>
        <p:blipFill>
          <a:blip r:embed="rId2"/>
          <a:srcRect l="85094" t="74339" r="2875" b="16250"/>
          <a:stretch>
            <a:fillRect/>
          </a:stretch>
        </p:blipFill>
        <p:spPr>
          <a:xfrm>
            <a:off x="21111845" y="12160885"/>
            <a:ext cx="3091815" cy="1147445"/>
          </a:xfrm>
          <a:prstGeom prst="rect">
            <a:avLst/>
          </a:prstGeom>
        </p:spPr>
      </p:pic>
      <p:pic>
        <p:nvPicPr>
          <p:cNvPr id="3" name="图片 2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630" y="12746355"/>
            <a:ext cx="4735195" cy="400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9"/>
          <p:cNvSpPr/>
          <p:nvPr/>
        </p:nvSpPr>
        <p:spPr>
          <a:xfrm>
            <a:off x="17612360" y="1423670"/>
            <a:ext cx="5725795" cy="6145530"/>
          </a:xfrm>
          <a:custGeom>
            <a:avLst/>
            <a:gdLst>
              <a:gd name="connsiteX0" fmla="*/ 193226 w 2299605"/>
              <a:gd name="connsiteY0" fmla="*/ 2084459 h 2910652"/>
              <a:gd name="connsiteX1" fmla="*/ 398103 w 2299605"/>
              <a:gd name="connsiteY1" fmla="*/ 2484563 h 2910652"/>
              <a:gd name="connsiteX2" fmla="*/ 1251757 w 2299605"/>
              <a:gd name="connsiteY2" fmla="*/ 2779259 h 2910652"/>
              <a:gd name="connsiteX3" fmla="*/ 2195972 w 2299605"/>
              <a:gd name="connsiteY3" fmla="*/ 1371844 h 2910652"/>
              <a:gd name="connsiteX4" fmla="*/ 396619 w 2299605"/>
              <a:gd name="connsiteY4" fmla="*/ 570152 h 2910652"/>
              <a:gd name="connsiteX5" fmla="*/ 193226 w 2299605"/>
              <a:gd name="connsiteY5" fmla="*/ 2084459 h 291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605" h="2910652">
                <a:moveTo>
                  <a:pt x="193226" y="2084459"/>
                </a:moveTo>
                <a:cubicBezTo>
                  <a:pt x="278592" y="2210651"/>
                  <a:pt x="361730" y="2336844"/>
                  <a:pt x="398103" y="2484563"/>
                </a:cubicBezTo>
                <a:cubicBezTo>
                  <a:pt x="469365" y="2778516"/>
                  <a:pt x="674242" y="3095482"/>
                  <a:pt x="1251757" y="2779259"/>
                </a:cubicBezTo>
                <a:cubicBezTo>
                  <a:pt x="2195972" y="2262613"/>
                  <a:pt x="1604353" y="2068871"/>
                  <a:pt x="2195972" y="1371844"/>
                </a:cubicBezTo>
                <a:cubicBezTo>
                  <a:pt x="2694802" y="783936"/>
                  <a:pt x="1277738" y="-861759"/>
                  <a:pt x="396619" y="570152"/>
                </a:cubicBezTo>
                <a:cubicBezTo>
                  <a:pt x="131615" y="1000690"/>
                  <a:pt x="-227662" y="1461663"/>
                  <a:pt x="193226" y="2084459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D"/>
          </a:p>
        </p:txBody>
      </p:sp>
      <p:sp>
        <p:nvSpPr>
          <p:cNvPr id="55" name="Title 1"/>
          <p:cNvSpPr txBox="1"/>
          <p:nvPr/>
        </p:nvSpPr>
        <p:spPr>
          <a:xfrm>
            <a:off x="0" y="3820795"/>
            <a:ext cx="10563225" cy="3980815"/>
          </a:xfrm>
          <a:prstGeom prst="rect">
            <a:avLst/>
          </a:prstGeom>
        </p:spPr>
        <p:txBody>
          <a:bodyPr>
            <a:normAutofit fontScale="8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600" dirty="0">
                <a:ln>
                  <a:solidFill>
                    <a:schemeClr val="bg1">
                      <a:lumMod val="90000"/>
                    </a:schemeClr>
                  </a:solidFill>
                </a:ln>
                <a:noFill/>
                <a:latin typeface="Arial" panose="020B0604020202020204" pitchFamily="34" charset="0"/>
                <a:ea typeface="汉仪正圆 55简" panose="00020600040101010101" charset="-122"/>
                <a:cs typeface="Poppins SemiBold" panose="00000700000000000000" pitchFamily="2" charset="0"/>
              </a:rPr>
              <a:t>YOER</a:t>
            </a:r>
            <a:endParaRPr lang="en-US" sz="16600" dirty="0">
              <a:ln>
                <a:solidFill>
                  <a:schemeClr val="bg1">
                    <a:lumMod val="90000"/>
                  </a:schemeClr>
                </a:solidFill>
              </a:ln>
              <a:noFill/>
              <a:latin typeface="Arial" panose="020B0604020202020204" pitchFamily="34" charset="0"/>
              <a:ea typeface="汉仪正圆 55简" panose="00020600040101010101" charset="-122"/>
              <a:cs typeface="Poppins SemiBold" panose="00000700000000000000" pitchFamily="2" charset="0"/>
            </a:endParaRPr>
          </a:p>
          <a:p>
            <a:r>
              <a:rPr lang="en-US" sz="16600" dirty="0">
                <a:ln>
                  <a:solidFill>
                    <a:schemeClr val="bg1">
                      <a:lumMod val="90000"/>
                    </a:schemeClr>
                  </a:solidFill>
                </a:ln>
                <a:noFill/>
                <a:latin typeface="Arial" panose="020B0604020202020204" pitchFamily="34" charset="0"/>
                <a:ea typeface="汉仪正圆 55简" panose="00020600040101010101" charset="-122"/>
                <a:cs typeface="Poppins SemiBold" panose="00000700000000000000" pitchFamily="2" charset="0"/>
              </a:rPr>
              <a:t>EDUCATION</a:t>
            </a:r>
            <a:endParaRPr lang="en-US" sz="16600" dirty="0">
              <a:ln>
                <a:solidFill>
                  <a:schemeClr val="bg1">
                    <a:lumMod val="90000"/>
                  </a:schemeClr>
                </a:solidFill>
              </a:ln>
              <a:noFill/>
              <a:latin typeface="Arial" panose="020B0604020202020204" pitchFamily="34" charset="0"/>
              <a:ea typeface="汉仪正圆 55简" panose="00020600040101010101" charset="-122"/>
              <a:cs typeface="Poppins SemiBold" panose="00000700000000000000" pitchFamily="2" charset="0"/>
            </a:endParaRPr>
          </a:p>
        </p:txBody>
      </p:sp>
      <p:sp>
        <p:nvSpPr>
          <p:cNvPr id="13" name="Graphic 11"/>
          <p:cNvSpPr/>
          <p:nvPr/>
        </p:nvSpPr>
        <p:spPr>
          <a:xfrm>
            <a:off x="11569065" y="1423670"/>
            <a:ext cx="12106910" cy="11014075"/>
          </a:xfrm>
          <a:custGeom>
            <a:avLst/>
            <a:gdLst>
              <a:gd name="connsiteX0" fmla="*/ 833585 w 6324872"/>
              <a:gd name="connsiteY0" fmla="*/ 1508446 h 5912213"/>
              <a:gd name="connsiteX1" fmla="*/ 1405298 w 6324872"/>
              <a:gd name="connsiteY1" fmla="*/ 1018727 h 5912213"/>
              <a:gd name="connsiteX2" fmla="*/ 4252630 w 6324872"/>
              <a:gd name="connsiteY2" fmla="*/ 326831 h 5912213"/>
              <a:gd name="connsiteX3" fmla="*/ 6292375 w 6324872"/>
              <a:gd name="connsiteY3" fmla="*/ 2806875 h 5912213"/>
              <a:gd name="connsiteX4" fmla="*/ 1880414 w 6324872"/>
              <a:gd name="connsiteY4" fmla="*/ 5179090 h 5912213"/>
              <a:gd name="connsiteX5" fmla="*/ 833585 w 6324872"/>
              <a:gd name="connsiteY5" fmla="*/ 1508446 h 5912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24872" h="5912213">
                <a:moveTo>
                  <a:pt x="833585" y="1508446"/>
                </a:moveTo>
                <a:cubicBezTo>
                  <a:pt x="1036885" y="1360183"/>
                  <a:pt x="1231200" y="1199564"/>
                  <a:pt x="1405298" y="1018727"/>
                </a:cubicBezTo>
                <a:cubicBezTo>
                  <a:pt x="1899509" y="508791"/>
                  <a:pt x="3124929" y="-529053"/>
                  <a:pt x="4252630" y="326831"/>
                </a:cubicBezTo>
                <a:cubicBezTo>
                  <a:pt x="5708307" y="1432068"/>
                  <a:pt x="6499045" y="1432068"/>
                  <a:pt x="6292375" y="2806875"/>
                </a:cubicBezTo>
                <a:cubicBezTo>
                  <a:pt x="6085705" y="4181681"/>
                  <a:pt x="4414371" y="7335649"/>
                  <a:pt x="1880414" y="5179090"/>
                </a:cubicBezTo>
                <a:cubicBezTo>
                  <a:pt x="-449119" y="3196628"/>
                  <a:pt x="-386219" y="2399150"/>
                  <a:pt x="833585" y="1508446"/>
                </a:cubicBezTo>
                <a:close/>
              </a:path>
            </a:pathLst>
          </a:custGeom>
          <a:solidFill>
            <a:schemeClr val="accent1"/>
          </a:solidFill>
          <a:ln w="112259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7" name="TextBox 46"/>
          <p:cNvSpPr txBox="1"/>
          <p:nvPr/>
        </p:nvSpPr>
        <p:spPr>
          <a:xfrm>
            <a:off x="1113422" y="872571"/>
            <a:ext cx="14490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Arial" panose="020B0604020202020204" pitchFamily="34" charset="0"/>
                <a:cs typeface="Poppins" panose="02000000000000000000" charset="0"/>
              </a:rPr>
              <a:t>400-108-1087</a:t>
            </a:r>
            <a:endParaRPr lang="en-US" sz="1600" dirty="0">
              <a:latin typeface="Arial" panose="020B0604020202020204" pitchFamily="34" charset="0"/>
              <a:cs typeface="Poppins" panose="02000000000000000000" charset="0"/>
            </a:endParaRPr>
          </a:p>
        </p:txBody>
      </p:sp>
      <p:sp>
        <p:nvSpPr>
          <p:cNvPr id="54" name="Graphic 52"/>
          <p:cNvSpPr/>
          <p:nvPr/>
        </p:nvSpPr>
        <p:spPr>
          <a:xfrm>
            <a:off x="-44620" y="4399180"/>
            <a:ext cx="16614656" cy="9324886"/>
          </a:xfrm>
          <a:custGeom>
            <a:avLst/>
            <a:gdLst>
              <a:gd name="connsiteX0" fmla="*/ 9879109 w 9879108"/>
              <a:gd name="connsiteY0" fmla="*/ 5544597 h 5544596"/>
              <a:gd name="connsiteX1" fmla="*/ 9729661 w 9879108"/>
              <a:gd name="connsiteY1" fmla="*/ 5511926 h 5544596"/>
              <a:gd name="connsiteX2" fmla="*/ 9472677 w 9879108"/>
              <a:gd name="connsiteY2" fmla="*/ 5414295 h 5544596"/>
              <a:gd name="connsiteX3" fmla="*/ 9233694 w 9879108"/>
              <a:gd name="connsiteY3" fmla="*/ 5278183 h 5544596"/>
              <a:gd name="connsiteX4" fmla="*/ 8797640 w 9879108"/>
              <a:gd name="connsiteY4" fmla="*/ 4946236 h 5544596"/>
              <a:gd name="connsiteX5" fmla="*/ 8378064 w 9879108"/>
              <a:gd name="connsiteY5" fmla="*/ 4602003 h 5544596"/>
              <a:gd name="connsiteX6" fmla="*/ 8159465 w 9879108"/>
              <a:gd name="connsiteY6" fmla="*/ 4446746 h 5544596"/>
              <a:gd name="connsiteX7" fmla="*/ 7931055 w 9879108"/>
              <a:gd name="connsiteY7" fmla="*/ 4309967 h 5544596"/>
              <a:gd name="connsiteX8" fmla="*/ 7720458 w 9879108"/>
              <a:gd name="connsiteY8" fmla="*/ 4198334 h 5544596"/>
              <a:gd name="connsiteX9" fmla="*/ 7550722 w 9879108"/>
              <a:gd name="connsiteY9" fmla="*/ 4115942 h 5544596"/>
              <a:gd name="connsiteX10" fmla="*/ 7034182 w 9879108"/>
              <a:gd name="connsiteY10" fmla="*/ 3887056 h 5544596"/>
              <a:gd name="connsiteX11" fmla="*/ 6929407 w 9879108"/>
              <a:gd name="connsiteY11" fmla="*/ 3844099 h 5544596"/>
              <a:gd name="connsiteX12" fmla="*/ 6824156 w 9879108"/>
              <a:gd name="connsiteY12" fmla="*/ 3801808 h 5544596"/>
              <a:gd name="connsiteX13" fmla="*/ 6445727 w 9879108"/>
              <a:gd name="connsiteY13" fmla="*/ 3657314 h 5544596"/>
              <a:gd name="connsiteX14" fmla="*/ 6073586 w 9879108"/>
              <a:gd name="connsiteY14" fmla="*/ 3529297 h 5544596"/>
              <a:gd name="connsiteX15" fmla="*/ 5315871 w 9879108"/>
              <a:gd name="connsiteY15" fmla="*/ 3302603 h 5544596"/>
              <a:gd name="connsiteX16" fmla="*/ 5217764 w 9879108"/>
              <a:gd name="connsiteY16" fmla="*/ 3276599 h 5544596"/>
              <a:gd name="connsiteX17" fmla="*/ 5119181 w 9879108"/>
              <a:gd name="connsiteY17" fmla="*/ 3251453 h 5544596"/>
              <a:gd name="connsiteX18" fmla="*/ 4882675 w 9879108"/>
              <a:gd name="connsiteY18" fmla="*/ 3192208 h 5544596"/>
              <a:gd name="connsiteX19" fmla="*/ 4540156 w 9879108"/>
              <a:gd name="connsiteY19" fmla="*/ 3104864 h 5544596"/>
              <a:gd name="connsiteX20" fmla="*/ 4128199 w 9879108"/>
              <a:gd name="connsiteY20" fmla="*/ 2981324 h 5544596"/>
              <a:gd name="connsiteX21" fmla="*/ 4019329 w 9879108"/>
              <a:gd name="connsiteY21" fmla="*/ 2942557 h 5544596"/>
              <a:gd name="connsiteX22" fmla="*/ 3909791 w 9879108"/>
              <a:gd name="connsiteY22" fmla="*/ 2899409 h 5544596"/>
              <a:gd name="connsiteX23" fmla="*/ 3691668 w 9879108"/>
              <a:gd name="connsiteY23" fmla="*/ 2800730 h 5544596"/>
              <a:gd name="connsiteX24" fmla="*/ 3283237 w 9879108"/>
              <a:gd name="connsiteY24" fmla="*/ 2560129 h 5544596"/>
              <a:gd name="connsiteX25" fmla="*/ 2934622 w 9879108"/>
              <a:gd name="connsiteY25" fmla="*/ 2297048 h 5544596"/>
              <a:gd name="connsiteX26" fmla="*/ 2476850 w 9879108"/>
              <a:gd name="connsiteY26" fmla="*/ 1879377 h 5544596"/>
              <a:gd name="connsiteX27" fmla="*/ 2336356 w 9879108"/>
              <a:gd name="connsiteY27" fmla="*/ 1737645 h 5544596"/>
              <a:gd name="connsiteX28" fmla="*/ 2180527 w 9879108"/>
              <a:gd name="connsiteY28" fmla="*/ 1576196 h 5544596"/>
              <a:gd name="connsiteX29" fmla="*/ 1883443 w 9879108"/>
              <a:gd name="connsiteY29" fmla="*/ 1263300 h 5544596"/>
              <a:gd name="connsiteX30" fmla="*/ 1584548 w 9879108"/>
              <a:gd name="connsiteY30" fmla="*/ 955357 h 5544596"/>
              <a:gd name="connsiteX31" fmla="*/ 1426338 w 9879108"/>
              <a:gd name="connsiteY31" fmla="*/ 800290 h 5544596"/>
              <a:gd name="connsiteX32" fmla="*/ 1228980 w 9879108"/>
              <a:gd name="connsiteY32" fmla="*/ 620934 h 5544596"/>
              <a:gd name="connsiteX33" fmla="*/ 1035527 w 9879108"/>
              <a:gd name="connsiteY33" fmla="*/ 468629 h 5544596"/>
              <a:gd name="connsiteX34" fmla="*/ 836550 w 9879108"/>
              <a:gd name="connsiteY34" fmla="*/ 338041 h 5544596"/>
              <a:gd name="connsiteX35" fmla="*/ 452025 w 9879108"/>
              <a:gd name="connsiteY35" fmla="*/ 166306 h 5544596"/>
              <a:gd name="connsiteX36" fmla="*/ 8732 w 9879108"/>
              <a:gd name="connsiteY36" fmla="*/ 80581 h 5544596"/>
              <a:gd name="connsiteX37" fmla="*/ 636 w 9879108"/>
              <a:gd name="connsiteY37" fmla="*/ 74485 h 5544596"/>
              <a:gd name="connsiteX38" fmla="*/ 6255 w 9879108"/>
              <a:gd name="connsiteY38" fmla="*/ 66293 h 5544596"/>
              <a:gd name="connsiteX39" fmla="*/ 163894 w 9879108"/>
              <a:gd name="connsiteY39" fmla="*/ 8191 h 5544596"/>
              <a:gd name="connsiteX40" fmla="*/ 315723 w 9879108"/>
              <a:gd name="connsiteY40" fmla="*/ 571 h 5544596"/>
              <a:gd name="connsiteX41" fmla="*/ 502889 w 9879108"/>
              <a:gd name="connsiteY41" fmla="*/ 24574 h 5544596"/>
              <a:gd name="connsiteX42" fmla="*/ 927609 w 9879108"/>
              <a:gd name="connsiteY42" fmla="*/ 187832 h 5544596"/>
              <a:gd name="connsiteX43" fmla="*/ 1142017 w 9879108"/>
              <a:gd name="connsiteY43" fmla="*/ 320706 h 5544596"/>
              <a:gd name="connsiteX44" fmla="*/ 1348423 w 9879108"/>
              <a:gd name="connsiteY44" fmla="*/ 477583 h 5544596"/>
              <a:gd name="connsiteX45" fmla="*/ 1557783 w 9879108"/>
              <a:gd name="connsiteY45" fmla="*/ 661987 h 5544596"/>
              <a:gd name="connsiteX46" fmla="*/ 1719708 w 9879108"/>
              <a:gd name="connsiteY46" fmla="*/ 820006 h 5544596"/>
              <a:gd name="connsiteX47" fmla="*/ 2022127 w 9879108"/>
              <a:gd name="connsiteY47" fmla="*/ 1130998 h 5544596"/>
              <a:gd name="connsiteX48" fmla="*/ 2319211 w 9879108"/>
              <a:gd name="connsiteY48" fmla="*/ 1443418 h 5544596"/>
              <a:gd name="connsiteX49" fmla="*/ 2473707 w 9879108"/>
              <a:gd name="connsiteY49" fmla="*/ 1603152 h 5544596"/>
              <a:gd name="connsiteX50" fmla="*/ 2612200 w 9879108"/>
              <a:gd name="connsiteY50" fmla="*/ 1742598 h 5544596"/>
              <a:gd name="connsiteX51" fmla="*/ 3055208 w 9879108"/>
              <a:gd name="connsiteY51" fmla="*/ 2152459 h 5544596"/>
              <a:gd name="connsiteX52" fmla="*/ 3387440 w 9879108"/>
              <a:gd name="connsiteY52" fmla="*/ 2408014 h 5544596"/>
              <a:gd name="connsiteX53" fmla="*/ 3772726 w 9879108"/>
              <a:gd name="connsiteY53" fmla="*/ 2640520 h 5544596"/>
              <a:gd name="connsiteX54" fmla="*/ 4584828 w 9879108"/>
              <a:gd name="connsiteY54" fmla="*/ 2943034 h 5544596"/>
              <a:gd name="connsiteX55" fmla="*/ 4923251 w 9879108"/>
              <a:gd name="connsiteY55" fmla="*/ 3036188 h 5544596"/>
              <a:gd name="connsiteX56" fmla="*/ 5159662 w 9879108"/>
              <a:gd name="connsiteY56" fmla="*/ 3102482 h 5544596"/>
              <a:gd name="connsiteX57" fmla="*/ 5258245 w 9879108"/>
              <a:gd name="connsiteY57" fmla="*/ 3131724 h 5544596"/>
              <a:gd name="connsiteX58" fmla="*/ 5356353 w 9879108"/>
              <a:gd name="connsiteY58" fmla="*/ 3161823 h 5544596"/>
              <a:gd name="connsiteX59" fmla="*/ 6112162 w 9879108"/>
              <a:gd name="connsiteY59" fmla="*/ 3419379 h 5544596"/>
              <a:gd name="connsiteX60" fmla="*/ 6481541 w 9879108"/>
              <a:gd name="connsiteY60" fmla="*/ 3563969 h 5544596"/>
              <a:gd name="connsiteX61" fmla="*/ 6857302 w 9879108"/>
              <a:gd name="connsiteY61" fmla="*/ 3722655 h 5544596"/>
              <a:gd name="connsiteX62" fmla="*/ 6961601 w 9879108"/>
              <a:gd name="connsiteY62" fmla="*/ 3769042 h 5544596"/>
              <a:gd name="connsiteX63" fmla="*/ 7065329 w 9879108"/>
              <a:gd name="connsiteY63" fmla="*/ 3816095 h 5544596"/>
              <a:gd name="connsiteX64" fmla="*/ 7576631 w 9879108"/>
              <a:gd name="connsiteY64" fmla="*/ 4063174 h 5544596"/>
              <a:gd name="connsiteX65" fmla="*/ 7745032 w 9879108"/>
              <a:gd name="connsiteY65" fmla="*/ 4151089 h 5544596"/>
              <a:gd name="connsiteX66" fmla="*/ 7954678 w 9879108"/>
              <a:gd name="connsiteY66" fmla="*/ 4269104 h 5544596"/>
              <a:gd name="connsiteX67" fmla="*/ 8181182 w 9879108"/>
              <a:gd name="connsiteY67" fmla="*/ 4414456 h 5544596"/>
              <a:gd name="connsiteX68" fmla="*/ 8397971 w 9879108"/>
              <a:gd name="connsiteY68" fmla="*/ 4576762 h 5544596"/>
              <a:gd name="connsiteX69" fmla="*/ 8811832 w 9879108"/>
              <a:gd name="connsiteY69" fmla="*/ 4929663 h 5544596"/>
              <a:gd name="connsiteX70" fmla="*/ 9241124 w 9879108"/>
              <a:gd name="connsiteY70" fmla="*/ 5267134 h 5544596"/>
              <a:gd name="connsiteX71" fmla="*/ 9476677 w 9879108"/>
              <a:gd name="connsiteY71" fmla="*/ 5406389 h 5544596"/>
              <a:gd name="connsiteX72" fmla="*/ 9730804 w 9879108"/>
              <a:gd name="connsiteY72" fmla="*/ 5508402 h 5544596"/>
              <a:gd name="connsiteX73" fmla="*/ 9879109 w 9879108"/>
              <a:gd name="connsiteY73" fmla="*/ 5544597 h 554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879108" h="5544596">
                <a:moveTo>
                  <a:pt x="9879109" y="5544597"/>
                </a:moveTo>
                <a:cubicBezTo>
                  <a:pt x="9829007" y="5535834"/>
                  <a:pt x="9778810" y="5526118"/>
                  <a:pt x="9729661" y="5511926"/>
                </a:cubicBezTo>
                <a:cubicBezTo>
                  <a:pt x="9641364" y="5487257"/>
                  <a:pt x="9555163" y="5454396"/>
                  <a:pt x="9472677" y="5414295"/>
                </a:cubicBezTo>
                <a:cubicBezTo>
                  <a:pt x="9390000" y="5374385"/>
                  <a:pt x="9310466" y="5328189"/>
                  <a:pt x="9233694" y="5278183"/>
                </a:cubicBezTo>
                <a:cubicBezTo>
                  <a:pt x="9079866" y="5178075"/>
                  <a:pt x="8937467" y="5062537"/>
                  <a:pt x="8797640" y="4946236"/>
                </a:cubicBezTo>
                <a:cubicBezTo>
                  <a:pt x="8657813" y="4829651"/>
                  <a:pt x="8520653" y="4711159"/>
                  <a:pt x="8378064" y="4602003"/>
                </a:cubicBezTo>
                <a:cubicBezTo>
                  <a:pt x="8306817" y="4547330"/>
                  <a:pt x="8234141" y="4495323"/>
                  <a:pt x="8159465" y="4446746"/>
                </a:cubicBezTo>
                <a:cubicBezTo>
                  <a:pt x="8084789" y="4398168"/>
                  <a:pt x="8008399" y="4352924"/>
                  <a:pt x="7931055" y="4309967"/>
                </a:cubicBezTo>
                <a:cubicBezTo>
                  <a:pt x="7861618" y="4270914"/>
                  <a:pt x="7791419" y="4233957"/>
                  <a:pt x="7720458" y="4198334"/>
                </a:cubicBezTo>
                <a:cubicBezTo>
                  <a:pt x="7664546" y="4170330"/>
                  <a:pt x="7607872" y="4142898"/>
                  <a:pt x="7550722" y="4115942"/>
                </a:cubicBezTo>
                <a:cubicBezTo>
                  <a:pt x="7379177" y="4035647"/>
                  <a:pt x="7204965" y="3958208"/>
                  <a:pt x="7034182" y="3887056"/>
                </a:cubicBezTo>
                <a:cubicBezTo>
                  <a:pt x="6999320" y="3872769"/>
                  <a:pt x="6964363" y="3858386"/>
                  <a:pt x="6929407" y="3844099"/>
                </a:cubicBezTo>
                <a:cubicBezTo>
                  <a:pt x="6894545" y="3829621"/>
                  <a:pt x="6859398" y="3815619"/>
                  <a:pt x="6824156" y="3801808"/>
                </a:cubicBezTo>
                <a:cubicBezTo>
                  <a:pt x="6696235" y="3749897"/>
                  <a:pt x="6570219" y="3702938"/>
                  <a:pt x="6445727" y="3657314"/>
                </a:cubicBezTo>
                <a:cubicBezTo>
                  <a:pt x="6320950" y="3612546"/>
                  <a:pt x="6197505" y="3569588"/>
                  <a:pt x="6073586" y="3529297"/>
                </a:cubicBezTo>
                <a:cubicBezTo>
                  <a:pt x="5825936" y="3448049"/>
                  <a:pt x="5577333" y="3373849"/>
                  <a:pt x="5315871" y="3302603"/>
                </a:cubicBezTo>
                <a:cubicBezTo>
                  <a:pt x="5283201" y="3293935"/>
                  <a:pt x="5250530" y="3284981"/>
                  <a:pt x="5217764" y="3276599"/>
                </a:cubicBezTo>
                <a:cubicBezTo>
                  <a:pt x="5184903" y="3268217"/>
                  <a:pt x="5152137" y="3259835"/>
                  <a:pt x="5119181" y="3251453"/>
                </a:cubicBezTo>
                <a:cubicBezTo>
                  <a:pt x="5061745" y="3236594"/>
                  <a:pt x="4981068" y="3216687"/>
                  <a:pt x="4882675" y="3192208"/>
                </a:cubicBezTo>
                <a:cubicBezTo>
                  <a:pt x="4784282" y="3167729"/>
                  <a:pt x="4668172" y="3138963"/>
                  <a:pt x="4540156" y="3104864"/>
                </a:cubicBezTo>
                <a:cubicBezTo>
                  <a:pt x="4412235" y="3070764"/>
                  <a:pt x="4272408" y="3030759"/>
                  <a:pt x="4128199" y="2981324"/>
                </a:cubicBezTo>
                <a:cubicBezTo>
                  <a:pt x="4092004" y="2969418"/>
                  <a:pt x="4055905" y="2955607"/>
                  <a:pt x="4019329" y="2942557"/>
                </a:cubicBezTo>
                <a:cubicBezTo>
                  <a:pt x="3983038" y="2928365"/>
                  <a:pt x="3946176" y="2914935"/>
                  <a:pt x="3909791" y="2899409"/>
                </a:cubicBezTo>
                <a:cubicBezTo>
                  <a:pt x="3836353" y="2870072"/>
                  <a:pt x="3763773" y="2835782"/>
                  <a:pt x="3691668" y="2800730"/>
                </a:cubicBezTo>
                <a:cubicBezTo>
                  <a:pt x="3548413" y="2728816"/>
                  <a:pt x="3410586" y="2646425"/>
                  <a:pt x="3283237" y="2560129"/>
                </a:cubicBezTo>
                <a:cubicBezTo>
                  <a:pt x="3155697" y="2473928"/>
                  <a:pt x="3039016" y="2383250"/>
                  <a:pt x="2934622" y="2297048"/>
                </a:cubicBezTo>
                <a:cubicBezTo>
                  <a:pt x="2726119" y="2124074"/>
                  <a:pt x="2567433" y="1968340"/>
                  <a:pt x="2476850" y="1879377"/>
                </a:cubicBezTo>
                <a:cubicBezTo>
                  <a:pt x="2430082" y="1833085"/>
                  <a:pt x="2383219" y="1785746"/>
                  <a:pt x="2336356" y="1737645"/>
                </a:cubicBezTo>
                <a:cubicBezTo>
                  <a:pt x="2324545" y="1725643"/>
                  <a:pt x="2264252" y="1663636"/>
                  <a:pt x="2180527" y="1576196"/>
                </a:cubicBezTo>
                <a:cubicBezTo>
                  <a:pt x="2097374" y="1488661"/>
                  <a:pt x="1990408" y="1375981"/>
                  <a:pt x="1883443" y="1263300"/>
                </a:cubicBezTo>
                <a:cubicBezTo>
                  <a:pt x="1776667" y="1151000"/>
                  <a:pt x="1669225" y="1040034"/>
                  <a:pt x="1584548" y="955357"/>
                </a:cubicBezTo>
                <a:cubicBezTo>
                  <a:pt x="1499871" y="870775"/>
                  <a:pt x="1438244" y="811624"/>
                  <a:pt x="1426338" y="800290"/>
                </a:cubicBezTo>
                <a:cubicBezTo>
                  <a:pt x="1362425" y="738853"/>
                  <a:pt x="1296607" y="678465"/>
                  <a:pt x="1228980" y="620934"/>
                </a:cubicBezTo>
                <a:cubicBezTo>
                  <a:pt x="1166019" y="567594"/>
                  <a:pt x="1101250" y="516349"/>
                  <a:pt x="1035527" y="468629"/>
                </a:cubicBezTo>
                <a:cubicBezTo>
                  <a:pt x="969804" y="421099"/>
                  <a:pt x="903034" y="377189"/>
                  <a:pt x="836550" y="338041"/>
                </a:cubicBezTo>
                <a:cubicBezTo>
                  <a:pt x="703676" y="259555"/>
                  <a:pt x="571088" y="201643"/>
                  <a:pt x="452025" y="166306"/>
                </a:cubicBezTo>
                <a:cubicBezTo>
                  <a:pt x="213138" y="94106"/>
                  <a:pt x="33783" y="112489"/>
                  <a:pt x="8732" y="80581"/>
                </a:cubicBezTo>
                <a:cubicBezTo>
                  <a:pt x="2350" y="79152"/>
                  <a:pt x="-317" y="77056"/>
                  <a:pt x="636" y="74485"/>
                </a:cubicBezTo>
                <a:cubicBezTo>
                  <a:pt x="-1079" y="72389"/>
                  <a:pt x="636" y="69627"/>
                  <a:pt x="6255" y="66293"/>
                </a:cubicBezTo>
                <a:cubicBezTo>
                  <a:pt x="22638" y="46100"/>
                  <a:pt x="77026" y="20764"/>
                  <a:pt x="163894" y="8191"/>
                </a:cubicBezTo>
                <a:cubicBezTo>
                  <a:pt x="207233" y="1999"/>
                  <a:pt x="258382" y="-1430"/>
                  <a:pt x="315723" y="571"/>
                </a:cubicBezTo>
                <a:cubicBezTo>
                  <a:pt x="372873" y="2857"/>
                  <a:pt x="436119" y="10381"/>
                  <a:pt x="502889" y="24574"/>
                </a:cubicBezTo>
                <a:cubicBezTo>
                  <a:pt x="636620" y="52577"/>
                  <a:pt x="783400" y="108775"/>
                  <a:pt x="927609" y="187832"/>
                </a:cubicBezTo>
                <a:cubicBezTo>
                  <a:pt x="999808" y="227170"/>
                  <a:pt x="1071627" y="271938"/>
                  <a:pt x="1142017" y="320706"/>
                </a:cubicBezTo>
                <a:cubicBezTo>
                  <a:pt x="1212311" y="369569"/>
                  <a:pt x="1281367" y="422338"/>
                  <a:pt x="1348423" y="477583"/>
                </a:cubicBezTo>
                <a:cubicBezTo>
                  <a:pt x="1420908" y="536733"/>
                  <a:pt x="1490536" y="598741"/>
                  <a:pt x="1557783" y="661987"/>
                </a:cubicBezTo>
                <a:cubicBezTo>
                  <a:pt x="1570546" y="673893"/>
                  <a:pt x="1633411" y="733996"/>
                  <a:pt x="1719708" y="820006"/>
                </a:cubicBezTo>
                <a:cubicBezTo>
                  <a:pt x="1806004" y="906017"/>
                  <a:pt x="1914780" y="1018222"/>
                  <a:pt x="2022127" y="1130998"/>
                </a:cubicBezTo>
                <a:cubicBezTo>
                  <a:pt x="2129187" y="1243488"/>
                  <a:pt x="2236153" y="1356073"/>
                  <a:pt x="2319211" y="1443418"/>
                </a:cubicBezTo>
                <a:cubicBezTo>
                  <a:pt x="2402365" y="1530190"/>
                  <a:pt x="2461991" y="1591436"/>
                  <a:pt x="2473707" y="1603152"/>
                </a:cubicBezTo>
                <a:cubicBezTo>
                  <a:pt x="2520189" y="1650491"/>
                  <a:pt x="2566290" y="1697068"/>
                  <a:pt x="2612200" y="1742598"/>
                </a:cubicBezTo>
                <a:cubicBezTo>
                  <a:pt x="2700878" y="1830323"/>
                  <a:pt x="2855278" y="1983771"/>
                  <a:pt x="3055208" y="2152459"/>
                </a:cubicBezTo>
                <a:cubicBezTo>
                  <a:pt x="3155221" y="2236564"/>
                  <a:pt x="3266568" y="2324576"/>
                  <a:pt x="3387440" y="2408014"/>
                </a:cubicBezTo>
                <a:cubicBezTo>
                  <a:pt x="3508217" y="2491549"/>
                  <a:pt x="3638138" y="2570987"/>
                  <a:pt x="3772726" y="2640520"/>
                </a:cubicBezTo>
                <a:cubicBezTo>
                  <a:pt x="4041808" y="2778918"/>
                  <a:pt x="4334130" y="2871977"/>
                  <a:pt x="4584828" y="2943034"/>
                </a:cubicBezTo>
                <a:cubicBezTo>
                  <a:pt x="4710272" y="2978753"/>
                  <a:pt x="4825334" y="3009423"/>
                  <a:pt x="4923251" y="3036188"/>
                </a:cubicBezTo>
                <a:cubicBezTo>
                  <a:pt x="5021168" y="3062954"/>
                  <a:pt x="5102130" y="3085242"/>
                  <a:pt x="5159662" y="3102482"/>
                </a:cubicBezTo>
                <a:cubicBezTo>
                  <a:pt x="5192618" y="3112198"/>
                  <a:pt x="5225479" y="3121913"/>
                  <a:pt x="5258245" y="3131724"/>
                </a:cubicBezTo>
                <a:cubicBezTo>
                  <a:pt x="5291107" y="3141439"/>
                  <a:pt x="5323682" y="3151822"/>
                  <a:pt x="5356353" y="3161823"/>
                </a:cubicBezTo>
                <a:cubicBezTo>
                  <a:pt x="5618481" y="3241166"/>
                  <a:pt x="5866131" y="3326796"/>
                  <a:pt x="6112162" y="3419379"/>
                </a:cubicBezTo>
                <a:cubicBezTo>
                  <a:pt x="6235320" y="3465385"/>
                  <a:pt x="6357716" y="3513962"/>
                  <a:pt x="6481541" y="3563969"/>
                </a:cubicBezTo>
                <a:cubicBezTo>
                  <a:pt x="6604985" y="3614832"/>
                  <a:pt x="6730144" y="3666648"/>
                  <a:pt x="6857302" y="3722655"/>
                </a:cubicBezTo>
                <a:cubicBezTo>
                  <a:pt x="6892259" y="3737895"/>
                  <a:pt x="6927025" y="3753230"/>
                  <a:pt x="6961601" y="3769042"/>
                </a:cubicBezTo>
                <a:cubicBezTo>
                  <a:pt x="6996177" y="3784758"/>
                  <a:pt x="7030753" y="3800379"/>
                  <a:pt x="7065329" y="3816095"/>
                </a:cubicBezTo>
                <a:cubicBezTo>
                  <a:pt x="7234397" y="3893724"/>
                  <a:pt x="7406704" y="3977258"/>
                  <a:pt x="7576631" y="4063174"/>
                </a:cubicBezTo>
                <a:cubicBezTo>
                  <a:pt x="7633209" y="4092034"/>
                  <a:pt x="7689406" y="4121276"/>
                  <a:pt x="7745032" y="4151089"/>
                </a:cubicBezTo>
                <a:cubicBezTo>
                  <a:pt x="7815518" y="4188999"/>
                  <a:pt x="7885431" y="4228052"/>
                  <a:pt x="7954678" y="4269104"/>
                </a:cubicBezTo>
                <a:cubicBezTo>
                  <a:pt x="8031259" y="4315110"/>
                  <a:pt x="8107078" y="4363211"/>
                  <a:pt x="8181182" y="4414456"/>
                </a:cubicBezTo>
                <a:cubicBezTo>
                  <a:pt x="8255287" y="4465605"/>
                  <a:pt x="8327486" y="4520183"/>
                  <a:pt x="8397971" y="4576762"/>
                </a:cubicBezTo>
                <a:cubicBezTo>
                  <a:pt x="8539036" y="4689919"/>
                  <a:pt x="8674196" y="4810982"/>
                  <a:pt x="8811832" y="4929663"/>
                </a:cubicBezTo>
                <a:cubicBezTo>
                  <a:pt x="8949564" y="5048154"/>
                  <a:pt x="9089676" y="5165217"/>
                  <a:pt x="9241124" y="5267134"/>
                </a:cubicBezTo>
                <a:cubicBezTo>
                  <a:pt x="9316753" y="5318093"/>
                  <a:pt x="9395143" y="5365242"/>
                  <a:pt x="9476677" y="5406389"/>
                </a:cubicBezTo>
                <a:cubicBezTo>
                  <a:pt x="9558116" y="5447728"/>
                  <a:pt x="9643269" y="5482018"/>
                  <a:pt x="9730804" y="5508402"/>
                </a:cubicBezTo>
                <a:cubicBezTo>
                  <a:pt x="9779477" y="5523547"/>
                  <a:pt x="9829197" y="5534596"/>
                  <a:pt x="9879109" y="5544597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5" name="Title 1"/>
          <p:cNvSpPr txBox="1"/>
          <p:nvPr/>
        </p:nvSpPr>
        <p:spPr>
          <a:xfrm>
            <a:off x="337820" y="5690870"/>
            <a:ext cx="11901805" cy="2927985"/>
          </a:xfrm>
          <a:prstGeom prst="rect">
            <a:avLst/>
          </a:prstGeom>
        </p:spPr>
        <p:txBody>
          <a:bodyPr>
            <a:normAutofit fontScale="6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5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 </a:t>
            </a:r>
            <a:r>
              <a:rPr lang="zh-CN" altLang="en-US" sz="2166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城市飞行棋</a:t>
            </a:r>
            <a:r>
              <a:rPr lang="en-US" altLang="zh-CN" sz="2166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--5</a:t>
            </a:r>
            <a:endParaRPr lang="en-US" altLang="zh-CN" sz="21665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778533" y="872218"/>
            <a:ext cx="171894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Arial" panose="020B0604020202020204" pitchFamily="34" charset="0"/>
                <a:ea typeface="汉仪正圆 55简" panose="00020600040101010101" charset="-122"/>
                <a:cs typeface="Poppins" panose="02000000000000000000" charset="0"/>
              </a:rPr>
              <a:t>www.yoercn.com</a:t>
            </a:r>
            <a:endParaRPr lang="en-US" sz="1600" dirty="0">
              <a:latin typeface="Arial" panose="020B0604020202020204" pitchFamily="34" charset="0"/>
              <a:ea typeface="汉仪正圆 55简" panose="00020600040101010101" charset="-122"/>
              <a:cs typeface="Poppins" panose="02000000000000000000" charset="0"/>
            </a:endParaRPr>
          </a:p>
        </p:txBody>
      </p:sp>
      <p:sp>
        <p:nvSpPr>
          <p:cNvPr id="65" name="Freeform: Shape 64"/>
          <p:cNvSpPr/>
          <p:nvPr/>
        </p:nvSpPr>
        <p:spPr>
          <a:xfrm>
            <a:off x="22688760" y="12559300"/>
            <a:ext cx="174860" cy="291945"/>
          </a:xfrm>
          <a:custGeom>
            <a:avLst/>
            <a:gdLst>
              <a:gd name="connsiteX0" fmla="*/ 160924 w 323916"/>
              <a:gd name="connsiteY0" fmla="*/ 19 h 540808"/>
              <a:gd name="connsiteX1" fmla="*/ 190490 w 323916"/>
              <a:gd name="connsiteY1" fmla="*/ 27567 h 540808"/>
              <a:gd name="connsiteX2" fmla="*/ 190490 w 323916"/>
              <a:gd name="connsiteY2" fmla="*/ 443264 h 540808"/>
              <a:gd name="connsiteX3" fmla="*/ 275084 w 323916"/>
              <a:gd name="connsiteY3" fmla="*/ 358670 h 540808"/>
              <a:gd name="connsiteX4" fmla="*/ 316842 w 323916"/>
              <a:gd name="connsiteY4" fmla="*/ 357323 h 540808"/>
              <a:gd name="connsiteX5" fmla="*/ 323847 w 323916"/>
              <a:gd name="connsiteY5" fmla="*/ 378876 h 540808"/>
              <a:gd name="connsiteX6" fmla="*/ 315495 w 323916"/>
              <a:gd name="connsiteY6" fmla="*/ 399081 h 540808"/>
              <a:gd name="connsiteX7" fmla="*/ 182138 w 323916"/>
              <a:gd name="connsiteY7" fmla="*/ 532438 h 540808"/>
              <a:gd name="connsiteX8" fmla="*/ 141727 w 323916"/>
              <a:gd name="connsiteY8" fmla="*/ 532438 h 540808"/>
              <a:gd name="connsiteX9" fmla="*/ 8370 w 323916"/>
              <a:gd name="connsiteY9" fmla="*/ 399081 h 540808"/>
              <a:gd name="connsiteX10" fmla="*/ 8370 w 323916"/>
              <a:gd name="connsiteY10" fmla="*/ 358670 h 540808"/>
              <a:gd name="connsiteX11" fmla="*/ 48781 w 323916"/>
              <a:gd name="connsiteY11" fmla="*/ 358670 h 540808"/>
              <a:gd name="connsiteX12" fmla="*/ 133375 w 323916"/>
              <a:gd name="connsiteY12" fmla="*/ 443264 h 540808"/>
              <a:gd name="connsiteX13" fmla="*/ 133375 w 323916"/>
              <a:gd name="connsiteY13" fmla="*/ 27567 h 540808"/>
              <a:gd name="connsiteX14" fmla="*/ 160924 w 323916"/>
              <a:gd name="connsiteY14" fmla="*/ 19 h 540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3916" h="540808">
                <a:moveTo>
                  <a:pt x="160924" y="19"/>
                </a:moveTo>
                <a:cubicBezTo>
                  <a:pt x="176696" y="-538"/>
                  <a:pt x="189933" y="11796"/>
                  <a:pt x="190490" y="27567"/>
                </a:cubicBezTo>
                <a:lnTo>
                  <a:pt x="190490" y="443264"/>
                </a:lnTo>
                <a:lnTo>
                  <a:pt x="275084" y="358670"/>
                </a:lnTo>
                <a:cubicBezTo>
                  <a:pt x="286396" y="347110"/>
                  <a:pt x="304808" y="346515"/>
                  <a:pt x="316842" y="357323"/>
                </a:cubicBezTo>
                <a:cubicBezTo>
                  <a:pt x="321869" y="363334"/>
                  <a:pt x="324378" y="371057"/>
                  <a:pt x="323847" y="378876"/>
                </a:cubicBezTo>
                <a:cubicBezTo>
                  <a:pt x="323851" y="386452"/>
                  <a:pt x="320847" y="393719"/>
                  <a:pt x="315495" y="399081"/>
                </a:cubicBezTo>
                <a:lnTo>
                  <a:pt x="182138" y="532438"/>
                </a:lnTo>
                <a:cubicBezTo>
                  <a:pt x="170979" y="543598"/>
                  <a:pt x="152887" y="543598"/>
                  <a:pt x="141727" y="532438"/>
                </a:cubicBezTo>
                <a:lnTo>
                  <a:pt x="8370" y="399081"/>
                </a:lnTo>
                <a:cubicBezTo>
                  <a:pt x="-2789" y="387922"/>
                  <a:pt x="-2789" y="369830"/>
                  <a:pt x="8370" y="358670"/>
                </a:cubicBezTo>
                <a:cubicBezTo>
                  <a:pt x="19530" y="347511"/>
                  <a:pt x="37622" y="347511"/>
                  <a:pt x="48781" y="358670"/>
                </a:cubicBezTo>
                <a:lnTo>
                  <a:pt x="133375" y="443264"/>
                </a:lnTo>
                <a:lnTo>
                  <a:pt x="133375" y="27567"/>
                </a:lnTo>
                <a:cubicBezTo>
                  <a:pt x="133904" y="12578"/>
                  <a:pt x="145934" y="548"/>
                  <a:pt x="160924" y="1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2" name="图片 1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0" y="12437745"/>
            <a:ext cx="6013450" cy="508000"/>
          </a:xfrm>
          <a:prstGeom prst="rect">
            <a:avLst/>
          </a:prstGeom>
        </p:spPr>
      </p:pic>
      <p:pic>
        <p:nvPicPr>
          <p:cNvPr id="4" name="图片 3" descr="优尔教育-LOGO-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0035" y="1209675"/>
            <a:ext cx="10156825" cy="10156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sp>
        <p:nvSpPr>
          <p:cNvPr id="14" name="Title 1"/>
          <p:cNvSpPr txBox="1"/>
          <p:nvPr/>
        </p:nvSpPr>
        <p:spPr>
          <a:xfrm>
            <a:off x="1014730" y="635000"/>
            <a:ext cx="9559925" cy="278955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0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</a:t>
            </a:r>
            <a:r>
              <a:rPr lang="zh-CN" altLang="en-US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复习学具组成</a:t>
            </a:r>
            <a:endParaRPr lang="zh-CN" altLang="en-US" sz="8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615" y="635000"/>
            <a:ext cx="12332970" cy="1233297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5341620" y="9466580"/>
            <a:ext cx="3729990" cy="2200275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184910" y="9352915"/>
            <a:ext cx="3694430" cy="2128520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5392420" y="6609080"/>
            <a:ext cx="3804285" cy="216662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184910" y="6438900"/>
            <a:ext cx="3743325" cy="22021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rcRect l="38325" t="28589" r="41193" b="38154"/>
          <a:stretch>
            <a:fillRect/>
          </a:stretch>
        </p:blipFill>
        <p:spPr>
          <a:xfrm flipH="1">
            <a:off x="3010535" y="1982470"/>
            <a:ext cx="3847465" cy="4281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sp>
        <p:nvSpPr>
          <p:cNvPr id="14" name="Title 1"/>
          <p:cNvSpPr txBox="1"/>
          <p:nvPr/>
        </p:nvSpPr>
        <p:spPr>
          <a:xfrm>
            <a:off x="175895" y="951230"/>
            <a:ext cx="6754495" cy="24733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</a:t>
            </a:r>
            <a:r>
              <a:rPr lang="zh-CN" altLang="en-US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复习游戏规则</a:t>
            </a:r>
            <a:endParaRPr lang="zh-CN" altLang="en-US" sz="8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0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7766685" y="11778615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7766685" y="11044555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8973185" y="11922760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8998585" y="11014075"/>
            <a:ext cx="1544955" cy="908685"/>
          </a:xfrm>
          <a:prstGeom prst="rect">
            <a:avLst/>
          </a:prstGeom>
        </p:spPr>
      </p:pic>
      <p:pic>
        <p:nvPicPr>
          <p:cNvPr id="3" name="图片 2" descr="格米贴纸拆分-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14540" y="9375775"/>
            <a:ext cx="4576445" cy="45764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rcRect l="38325" t="28589" r="41193" b="38154"/>
          <a:stretch>
            <a:fillRect/>
          </a:stretch>
        </p:blipFill>
        <p:spPr>
          <a:xfrm flipH="1">
            <a:off x="1804670" y="3424555"/>
            <a:ext cx="3847465" cy="428180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160145" y="8768080"/>
            <a:ext cx="5257165" cy="1745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骰子掷到数字</a:t>
            </a:r>
            <a:r>
              <a:rPr lang="en-US" altLang="zh-CN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4</a:t>
            </a:r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，</a:t>
            </a:r>
            <a:endParaRPr lang="en-US" altLang="zh-CN" sz="6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  <a:p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小车向前走</a:t>
            </a:r>
            <a:r>
              <a:rPr lang="en-US" altLang="zh-CN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4</a:t>
            </a:r>
            <a:r>
              <a:rPr lang="zh-CN" altLang="en-US" sz="6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步。</a:t>
            </a:r>
            <a:endParaRPr lang="zh-CN" altLang="en-US" sz="6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02853 -0.389518 " pathEditMode="relative" rAng="0" ptsTypes="">
                                      <p:cBhvr>
                                        <p:cTn id="2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" y="-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0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14989175" y="4203065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8478500" y="7094855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18432780" y="11305540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8478500" y="2853690"/>
            <a:ext cx="1544955" cy="90868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1665" y="5111115"/>
            <a:ext cx="6126480" cy="2347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66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最先到达终点的小汽车获得游戏的胜利</a:t>
            </a:r>
            <a:endParaRPr lang="zh-CN" sz="66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pic>
        <p:nvPicPr>
          <p:cNvPr id="5" name="图片 4" descr="格米贴纸拆分-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43545" y="10076180"/>
            <a:ext cx="3602990" cy="360299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175895" y="951230"/>
            <a:ext cx="6754495" cy="24733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 </a:t>
            </a:r>
            <a:r>
              <a:rPr lang="zh-CN" altLang="en-US" sz="8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Poppins SemiBold" panose="00000700000000000000" pitchFamily="2" charset="0"/>
              </a:rPr>
              <a:t>复习游戏规则</a:t>
            </a:r>
            <a:endParaRPr lang="zh-CN" altLang="en-US" sz="8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Poppins SemiBold" panose="000007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5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10183495" y="5662930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3585190" y="4232910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13649960" y="1373505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0177780" y="2853690"/>
            <a:ext cx="1544955" cy="90868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1665" y="3763010"/>
            <a:ext cx="8134350" cy="3695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66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当小汽车走到带有红绿灯的格子里时，需要投掷颜色骰子</a:t>
            </a:r>
            <a:endParaRPr lang="zh-CN" sz="66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3649960" y="1111885"/>
            <a:ext cx="1459865" cy="141732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4c2dcf10a33833f29ca47e27f2f642e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292" t="31097" r="30958" b="30819"/>
          <a:stretch>
            <a:fillRect/>
          </a:stretch>
        </p:blipFill>
        <p:spPr>
          <a:xfrm>
            <a:off x="1925955" y="7458710"/>
            <a:ext cx="5212080" cy="3482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/>
      <p:bldP spid="6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942840" y="2397125"/>
            <a:ext cx="17684750" cy="1642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8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当骰子掷到红色时，代表暂停一轮游戏</a:t>
            </a:r>
            <a:endParaRPr lang="zh-CN" sz="8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pic>
        <p:nvPicPr>
          <p:cNvPr id="7" name="图片 6" descr="4c2dcf10a33833f29ca47e27f2f642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292" t="31097" r="30958" b="30819"/>
          <a:stretch>
            <a:fillRect/>
          </a:stretch>
        </p:blipFill>
        <p:spPr>
          <a:xfrm>
            <a:off x="20239990" y="9937115"/>
            <a:ext cx="5212080" cy="3482340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2393315" y="2396490"/>
            <a:ext cx="1724025" cy="164274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2393315" y="5342255"/>
            <a:ext cx="1724025" cy="1642745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393315" y="8836025"/>
            <a:ext cx="1724025" cy="1642745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942205" y="5422900"/>
            <a:ext cx="17576165" cy="144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8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当骰子掷到黄色时，代表原地不动</a:t>
            </a:r>
            <a:endParaRPr lang="zh-CN" sz="8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92980" y="8836025"/>
            <a:ext cx="18610580" cy="1800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80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当骰子掷到绿色时，代表再投掷一次骰子</a:t>
            </a:r>
            <a:endParaRPr lang="zh-CN" sz="80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5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17009110" y="4203065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0177780" y="4232910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13585190" y="5676900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3610590" y="8497570"/>
            <a:ext cx="1544955" cy="90868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1665" y="3763010"/>
            <a:ext cx="8134350" cy="3695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66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当小汽车走到的格子旁边有连通的路线时，小汽车可以直接通向旁边的格子上。</a:t>
            </a:r>
            <a:endParaRPr lang="zh-CN" sz="66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1637645" y="4232910"/>
            <a:ext cx="1946910" cy="87757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15062200" y="8497570"/>
            <a:ext cx="1946910" cy="87757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8416905" y="4233545"/>
            <a:ext cx="1946910" cy="87757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9" presetClass="entr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9" presetClass="entr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0519 -0.000881998 " pathEditMode="relative" rAng="0" ptsTypes="">
                                      <p:cBhvr>
                                        <p:cTn id="2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3904 0.00496704 " pathEditMode="relative" rAng="0" ptsTypes="">
                                      <p:cBhvr>
                                        <p:cTn id="3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37536 0.00589546 " pathEditMode="relative" ptsTypes="">
                                      <p:cBhvr>
                                        <p:cTn id="3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/>
      <p:bldP spid="6" grpId="1" bldLvl="0" animBg="1"/>
      <p:bldP spid="3" grpId="1" bldLvl="0" animBg="1"/>
      <p:bldP spid="5" grpId="1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12967970"/>
            <a:ext cx="3921125" cy="310515"/>
          </a:xfrm>
          <a:prstGeom prst="rect">
            <a:avLst/>
          </a:prstGeom>
        </p:spPr>
      </p:pic>
      <p:pic>
        <p:nvPicPr>
          <p:cNvPr id="2" name="图片 1" descr="fca2f8a5d155a7f4147a2ca28810ef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525" y="310515"/>
            <a:ext cx="13002260" cy="13002260"/>
          </a:xfrm>
          <a:prstGeom prst="rect">
            <a:avLst/>
          </a:prstGeom>
        </p:spPr>
      </p:pic>
      <p:pic>
        <p:nvPicPr>
          <p:cNvPr id="27" name="图片 26" descr="1b411d8e4bf907ba43946c8e406456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5827" b="15196"/>
          <a:stretch>
            <a:fillRect/>
          </a:stretch>
        </p:blipFill>
        <p:spPr>
          <a:xfrm>
            <a:off x="17009110" y="4203065"/>
            <a:ext cx="1539240" cy="908050"/>
          </a:xfrm>
          <a:prstGeom prst="rect">
            <a:avLst/>
          </a:prstGeom>
        </p:spPr>
      </p:pic>
      <p:pic>
        <p:nvPicPr>
          <p:cNvPr id="28" name="图片 27" descr="1e2f9cb62c320506a04a937a40a8d0e"/>
          <p:cNvPicPr>
            <a:picLocks noChangeAspect="1"/>
          </p:cNvPicPr>
          <p:nvPr/>
        </p:nvPicPr>
        <p:blipFill>
          <a:blip r:embed="rId4">
            <a:clrChange>
              <a:clrFrom>
                <a:srgbClr val="FCFBF6">
                  <a:alpha val="100000"/>
                </a:srgbClr>
              </a:clrFrom>
              <a:clrTo>
                <a:srgbClr val="FCFBF6">
                  <a:alpha val="100000"/>
                  <a:alpha val="0"/>
                </a:srgbClr>
              </a:clrTo>
            </a:clrChange>
          </a:blip>
          <a:srcRect t="26494" b="15927"/>
          <a:stretch>
            <a:fillRect/>
          </a:stretch>
        </p:blipFill>
        <p:spPr>
          <a:xfrm>
            <a:off x="10177780" y="1251585"/>
            <a:ext cx="1524635" cy="878205"/>
          </a:xfrm>
          <a:prstGeom prst="rect">
            <a:avLst/>
          </a:prstGeom>
        </p:spPr>
      </p:pic>
      <p:pic>
        <p:nvPicPr>
          <p:cNvPr id="29" name="图片 28" descr="9dcf820021ebcbe8278fb5fd13e99a9"/>
          <p:cNvPicPr>
            <a:picLocks noChangeAspect="1"/>
          </p:cNvPicPr>
          <p:nvPr/>
        </p:nvPicPr>
        <p:blipFill>
          <a:blip r:embed="rId5">
            <a:clrChange>
              <a:clrFrom>
                <a:srgbClr val="FEFFFA">
                  <a:alpha val="100000"/>
                </a:srgbClr>
              </a:clrFrom>
              <a:clrTo>
                <a:srgbClr val="FEFFFA">
                  <a:alpha val="100000"/>
                  <a:alpha val="0"/>
                </a:srgbClr>
              </a:clrTo>
            </a:clrChange>
          </a:blip>
          <a:srcRect t="29508" b="13555"/>
          <a:stretch>
            <a:fillRect/>
          </a:stretch>
        </p:blipFill>
        <p:spPr>
          <a:xfrm>
            <a:off x="13585190" y="5676900"/>
            <a:ext cx="1570355" cy="894080"/>
          </a:xfrm>
          <a:prstGeom prst="rect">
            <a:avLst/>
          </a:prstGeom>
        </p:spPr>
      </p:pic>
      <p:pic>
        <p:nvPicPr>
          <p:cNvPr id="30" name="图片 29" descr="fd1be1300b2da178fd633e731eab0a4"/>
          <p:cNvPicPr>
            <a:picLocks noChangeAspect="1"/>
          </p:cNvPicPr>
          <p:nvPr/>
        </p:nvPicPr>
        <p:blipFill>
          <a:blip r:embed="rId6">
            <a:clrChange>
              <a:clrFrom>
                <a:srgbClr val="FDFEF9">
                  <a:alpha val="100000"/>
                </a:srgbClr>
              </a:clrFrom>
              <a:clrTo>
                <a:srgbClr val="FDFEF9">
                  <a:alpha val="100000"/>
                  <a:alpha val="0"/>
                </a:srgbClr>
              </a:clrTo>
            </a:clrChange>
          </a:blip>
          <a:srcRect t="25583" b="15607"/>
          <a:stretch>
            <a:fillRect/>
          </a:stretch>
        </p:blipFill>
        <p:spPr>
          <a:xfrm>
            <a:off x="13610590" y="8497570"/>
            <a:ext cx="1544955" cy="90868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1665" y="3763010"/>
            <a:ext cx="8134350" cy="3695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6600">
                <a:solidFill>
                  <a:schemeClr val="tx1"/>
                </a:solidFill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当小汽车停留的格子中有路障标识时，小汽车需要暂停一轮游戏。</a:t>
            </a:r>
            <a:endParaRPr lang="zh-CN" sz="6600">
              <a:solidFill>
                <a:schemeClr val="tx1"/>
              </a:solidFill>
              <a:latin typeface="汉仪糯米团简" panose="00020600040101010101" charset="-122"/>
              <a:ea typeface="汉仪糯米团简" panose="00020600040101010101" charset="-122"/>
              <a:cs typeface="汉仪糯米团简" panose="00020600040101010101" charset="-122"/>
            </a:endParaRPr>
          </a:p>
        </p:txBody>
      </p:sp>
      <p:sp>
        <p:nvSpPr>
          <p:cNvPr id="7" name="乘号 6"/>
          <p:cNvSpPr/>
          <p:nvPr/>
        </p:nvSpPr>
        <p:spPr>
          <a:xfrm>
            <a:off x="9998710" y="1393190"/>
            <a:ext cx="1703705" cy="1764665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Graphic 17"/>
          <p:cNvSpPr/>
          <p:nvPr/>
        </p:nvSpPr>
        <p:spPr>
          <a:xfrm rot="6300000" flipV="1">
            <a:off x="4634560" y="5186325"/>
            <a:ext cx="6892971" cy="6844723"/>
          </a:xfrm>
          <a:custGeom>
            <a:avLst/>
            <a:gdLst>
              <a:gd name="connsiteX0" fmla="*/ 3626068 w 3626068"/>
              <a:gd name="connsiteY0" fmla="*/ 3592691 h 3600687"/>
              <a:gd name="connsiteX1" fmla="*/ 3551202 w 3626068"/>
              <a:gd name="connsiteY1" fmla="*/ 3598882 h 3600687"/>
              <a:gd name="connsiteX2" fmla="*/ 3020850 w 3626068"/>
              <a:gd name="connsiteY2" fmla="*/ 3519158 h 3600687"/>
              <a:gd name="connsiteX3" fmla="*/ 2552125 w 3626068"/>
              <a:gd name="connsiteY3" fmla="*/ 3269317 h 3600687"/>
              <a:gd name="connsiteX4" fmla="*/ 2459065 w 3626068"/>
              <a:gd name="connsiteY4" fmla="*/ 3196165 h 3600687"/>
              <a:gd name="connsiteX5" fmla="*/ 2423537 w 3626068"/>
              <a:gd name="connsiteY5" fmla="*/ 3165875 h 3600687"/>
              <a:gd name="connsiteX6" fmla="*/ 2388580 w 3626068"/>
              <a:gd name="connsiteY6" fmla="*/ 3134538 h 3600687"/>
              <a:gd name="connsiteX7" fmla="*/ 2288187 w 3626068"/>
              <a:gd name="connsiteY7" fmla="*/ 3035573 h 3600687"/>
              <a:gd name="connsiteX8" fmla="*/ 2264374 w 3626068"/>
              <a:gd name="connsiteY8" fmla="*/ 3009856 h 3600687"/>
              <a:gd name="connsiteX9" fmla="*/ 2241038 w 3626068"/>
              <a:gd name="connsiteY9" fmla="*/ 2983757 h 3600687"/>
              <a:gd name="connsiteX10" fmla="*/ 2195985 w 3626068"/>
              <a:gd name="connsiteY10" fmla="*/ 2931084 h 3600687"/>
              <a:gd name="connsiteX11" fmla="*/ 2160742 w 3626068"/>
              <a:gd name="connsiteY11" fmla="*/ 2887269 h 3600687"/>
              <a:gd name="connsiteX12" fmla="*/ 2125881 w 3626068"/>
              <a:gd name="connsiteY12" fmla="*/ 2842978 h 3600687"/>
              <a:gd name="connsiteX13" fmla="*/ 1911663 w 3626068"/>
              <a:gd name="connsiteY13" fmla="*/ 2508841 h 3600687"/>
              <a:gd name="connsiteX14" fmla="*/ 1743547 w 3626068"/>
              <a:gd name="connsiteY14" fmla="*/ 2152892 h 3600687"/>
              <a:gd name="connsiteX15" fmla="*/ 1706304 w 3626068"/>
              <a:gd name="connsiteY15" fmla="*/ 2058785 h 3600687"/>
              <a:gd name="connsiteX16" fmla="*/ 1611245 w 3626068"/>
              <a:gd name="connsiteY16" fmla="*/ 1779226 h 3600687"/>
              <a:gd name="connsiteX17" fmla="*/ 1582289 w 3626068"/>
              <a:gd name="connsiteY17" fmla="*/ 1681880 h 3600687"/>
              <a:gd name="connsiteX18" fmla="*/ 1553142 w 3626068"/>
              <a:gd name="connsiteY18" fmla="*/ 1577772 h 3600687"/>
              <a:gd name="connsiteX19" fmla="*/ 1494659 w 3626068"/>
              <a:gd name="connsiteY19" fmla="*/ 1358792 h 3600687"/>
              <a:gd name="connsiteX20" fmla="*/ 1433985 w 3626068"/>
              <a:gd name="connsiteY20" fmla="*/ 1141337 h 3600687"/>
              <a:gd name="connsiteX21" fmla="*/ 1369405 w 3626068"/>
              <a:gd name="connsiteY21" fmla="*/ 944074 h 3600687"/>
              <a:gd name="connsiteX22" fmla="*/ 1353213 w 3626068"/>
              <a:gd name="connsiteY22" fmla="*/ 899878 h 3600687"/>
              <a:gd name="connsiteX23" fmla="*/ 1336830 w 3626068"/>
              <a:gd name="connsiteY23" fmla="*/ 858349 h 3600687"/>
              <a:gd name="connsiteX24" fmla="*/ 1305302 w 3626068"/>
              <a:gd name="connsiteY24" fmla="*/ 783863 h 3600687"/>
              <a:gd name="connsiteX25" fmla="*/ 1276441 w 3626068"/>
              <a:gd name="connsiteY25" fmla="*/ 722237 h 3600687"/>
              <a:gd name="connsiteX26" fmla="*/ 1263963 w 3626068"/>
              <a:gd name="connsiteY26" fmla="*/ 696519 h 3600687"/>
              <a:gd name="connsiteX27" fmla="*/ 1252438 w 3626068"/>
              <a:gd name="connsiteY27" fmla="*/ 674802 h 3600687"/>
              <a:gd name="connsiteX28" fmla="*/ 1230245 w 3626068"/>
              <a:gd name="connsiteY28" fmla="*/ 633368 h 3600687"/>
              <a:gd name="connsiteX29" fmla="*/ 1206242 w 3626068"/>
              <a:gd name="connsiteY29" fmla="*/ 592506 h 3600687"/>
              <a:gd name="connsiteX30" fmla="*/ 1188430 w 3626068"/>
              <a:gd name="connsiteY30" fmla="*/ 562883 h 3600687"/>
              <a:gd name="connsiteX31" fmla="*/ 1148425 w 3626068"/>
              <a:gd name="connsiteY31" fmla="*/ 503543 h 3600687"/>
              <a:gd name="connsiteX32" fmla="*/ 1121088 w 3626068"/>
              <a:gd name="connsiteY32" fmla="*/ 466967 h 3600687"/>
              <a:gd name="connsiteX33" fmla="*/ 1090227 w 3626068"/>
              <a:gd name="connsiteY33" fmla="*/ 427438 h 3600687"/>
              <a:gd name="connsiteX34" fmla="*/ 1017266 w 3626068"/>
              <a:gd name="connsiteY34" fmla="*/ 349714 h 3600687"/>
              <a:gd name="connsiteX35" fmla="*/ 856865 w 3626068"/>
              <a:gd name="connsiteY35" fmla="*/ 227318 h 3600687"/>
              <a:gd name="connsiteX36" fmla="*/ 823051 w 3626068"/>
              <a:gd name="connsiteY36" fmla="*/ 207506 h 3600687"/>
              <a:gd name="connsiteX37" fmla="*/ 795333 w 3626068"/>
              <a:gd name="connsiteY37" fmla="*/ 192361 h 3600687"/>
              <a:gd name="connsiteX38" fmla="*/ 764663 w 3626068"/>
              <a:gd name="connsiteY38" fmla="*/ 177121 h 3600687"/>
              <a:gd name="connsiteX39" fmla="*/ 646362 w 3626068"/>
              <a:gd name="connsiteY39" fmla="*/ 129020 h 3600687"/>
              <a:gd name="connsiteX40" fmla="*/ 417858 w 3626068"/>
              <a:gd name="connsiteY40" fmla="*/ 86252 h 3600687"/>
              <a:gd name="connsiteX41" fmla="*/ 214404 w 3626068"/>
              <a:gd name="connsiteY41" fmla="*/ 106350 h 3600687"/>
              <a:gd name="connsiteX42" fmla="*/ 72767 w 3626068"/>
              <a:gd name="connsiteY42" fmla="*/ 158738 h 3600687"/>
              <a:gd name="connsiteX43" fmla="*/ 5806 w 3626068"/>
              <a:gd name="connsiteY43" fmla="*/ 182264 h 3600687"/>
              <a:gd name="connsiteX44" fmla="*/ 853 w 3626068"/>
              <a:gd name="connsiteY44" fmla="*/ 181598 h 3600687"/>
              <a:gd name="connsiteX45" fmla="*/ 1234 w 3626068"/>
              <a:gd name="connsiteY45" fmla="*/ 176740 h 3600687"/>
              <a:gd name="connsiteX46" fmla="*/ 15617 w 3626068"/>
              <a:gd name="connsiteY46" fmla="*/ 150356 h 3600687"/>
              <a:gd name="connsiteX47" fmla="*/ 31524 w 3626068"/>
              <a:gd name="connsiteY47" fmla="*/ 132734 h 3600687"/>
              <a:gd name="connsiteX48" fmla="*/ 53241 w 3626068"/>
              <a:gd name="connsiteY48" fmla="*/ 112922 h 3600687"/>
              <a:gd name="connsiteX49" fmla="*/ 199926 w 3626068"/>
              <a:gd name="connsiteY49" fmla="*/ 33960 h 3600687"/>
              <a:gd name="connsiteX50" fmla="*/ 250027 w 3626068"/>
              <a:gd name="connsiteY50" fmla="*/ 19387 h 3600687"/>
              <a:gd name="connsiteX51" fmla="*/ 304320 w 3626068"/>
              <a:gd name="connsiteY51" fmla="*/ 8338 h 3600687"/>
              <a:gd name="connsiteX52" fmla="*/ 422525 w 3626068"/>
              <a:gd name="connsiteY52" fmla="*/ 146 h 3600687"/>
              <a:gd name="connsiteX53" fmla="*/ 674271 w 3626068"/>
              <a:gd name="connsiteY53" fmla="*/ 41866 h 3600687"/>
              <a:gd name="connsiteX54" fmla="*/ 804858 w 3626068"/>
              <a:gd name="connsiteY54" fmla="*/ 92634 h 3600687"/>
              <a:gd name="connsiteX55" fmla="*/ 838482 w 3626068"/>
              <a:gd name="connsiteY55" fmla="*/ 109208 h 3600687"/>
              <a:gd name="connsiteX56" fmla="*/ 868866 w 3626068"/>
              <a:gd name="connsiteY56" fmla="*/ 125686 h 3600687"/>
              <a:gd name="connsiteX57" fmla="*/ 905823 w 3626068"/>
              <a:gd name="connsiteY57" fmla="*/ 147308 h 3600687"/>
              <a:gd name="connsiteX58" fmla="*/ 1081750 w 3626068"/>
              <a:gd name="connsiteY58" fmla="*/ 281324 h 3600687"/>
              <a:gd name="connsiteX59" fmla="*/ 1162522 w 3626068"/>
              <a:gd name="connsiteY59" fmla="*/ 367145 h 3600687"/>
              <a:gd name="connsiteX60" fmla="*/ 1195955 w 3626068"/>
              <a:gd name="connsiteY60" fmla="*/ 409721 h 3600687"/>
              <a:gd name="connsiteX61" fmla="*/ 1225292 w 3626068"/>
              <a:gd name="connsiteY61" fmla="*/ 448964 h 3600687"/>
              <a:gd name="connsiteX62" fmla="*/ 1268059 w 3626068"/>
              <a:gd name="connsiteY62" fmla="*/ 512306 h 3600687"/>
              <a:gd name="connsiteX63" fmla="*/ 1287109 w 3626068"/>
              <a:gd name="connsiteY63" fmla="*/ 543833 h 3600687"/>
              <a:gd name="connsiteX64" fmla="*/ 1312731 w 3626068"/>
              <a:gd name="connsiteY64" fmla="*/ 587172 h 3600687"/>
              <a:gd name="connsiteX65" fmla="*/ 1336258 w 3626068"/>
              <a:gd name="connsiteY65" fmla="*/ 630987 h 3600687"/>
              <a:gd name="connsiteX66" fmla="*/ 1348355 w 3626068"/>
              <a:gd name="connsiteY66" fmla="*/ 654038 h 3600687"/>
              <a:gd name="connsiteX67" fmla="*/ 1361309 w 3626068"/>
              <a:gd name="connsiteY67" fmla="*/ 681184 h 3600687"/>
              <a:gd name="connsiteX68" fmla="*/ 1391217 w 3626068"/>
              <a:gd name="connsiteY68" fmla="*/ 746049 h 3600687"/>
              <a:gd name="connsiteX69" fmla="*/ 1423602 w 3626068"/>
              <a:gd name="connsiteY69" fmla="*/ 823964 h 3600687"/>
              <a:gd name="connsiteX70" fmla="*/ 1440271 w 3626068"/>
              <a:gd name="connsiteY70" fmla="*/ 867207 h 3600687"/>
              <a:gd name="connsiteX71" fmla="*/ 1456654 w 3626068"/>
              <a:gd name="connsiteY71" fmla="*/ 913022 h 3600687"/>
              <a:gd name="connsiteX72" fmla="*/ 1521043 w 3626068"/>
              <a:gd name="connsiteY72" fmla="*/ 1115905 h 3600687"/>
              <a:gd name="connsiteX73" fmla="*/ 1580098 w 3626068"/>
              <a:gd name="connsiteY73" fmla="*/ 1336504 h 3600687"/>
              <a:gd name="connsiteX74" fmla="*/ 1690302 w 3626068"/>
              <a:gd name="connsiteY74" fmla="*/ 1755604 h 3600687"/>
              <a:gd name="connsiteX75" fmla="*/ 1777742 w 3626068"/>
              <a:gd name="connsiteY75" fmla="*/ 2032972 h 3600687"/>
              <a:gd name="connsiteX76" fmla="*/ 1810794 w 3626068"/>
              <a:gd name="connsiteY76" fmla="*/ 2126793 h 3600687"/>
              <a:gd name="connsiteX77" fmla="*/ 1962527 w 3626068"/>
              <a:gd name="connsiteY77" fmla="*/ 2482266 h 3600687"/>
              <a:gd name="connsiteX78" fmla="*/ 2160171 w 3626068"/>
              <a:gd name="connsiteY78" fmla="*/ 2818118 h 3600687"/>
              <a:gd name="connsiteX79" fmla="*/ 2192746 w 3626068"/>
              <a:gd name="connsiteY79" fmla="*/ 2862885 h 3600687"/>
              <a:gd name="connsiteX80" fmla="*/ 2225798 w 3626068"/>
              <a:gd name="connsiteY80" fmla="*/ 2907176 h 3600687"/>
              <a:gd name="connsiteX81" fmla="*/ 2268279 w 3626068"/>
              <a:gd name="connsiteY81" fmla="*/ 2960516 h 3600687"/>
              <a:gd name="connsiteX82" fmla="*/ 2290282 w 3626068"/>
              <a:gd name="connsiteY82" fmla="*/ 2986901 h 3600687"/>
              <a:gd name="connsiteX83" fmla="*/ 2312856 w 3626068"/>
              <a:gd name="connsiteY83" fmla="*/ 3012999 h 3600687"/>
              <a:gd name="connsiteX84" fmla="*/ 2408487 w 3626068"/>
              <a:gd name="connsiteY84" fmla="*/ 3113488 h 3600687"/>
              <a:gd name="connsiteX85" fmla="*/ 2441920 w 3626068"/>
              <a:gd name="connsiteY85" fmla="*/ 3145397 h 3600687"/>
              <a:gd name="connsiteX86" fmla="*/ 2476020 w 3626068"/>
              <a:gd name="connsiteY86" fmla="*/ 3176258 h 3600687"/>
              <a:gd name="connsiteX87" fmla="*/ 2566031 w 3626068"/>
              <a:gd name="connsiteY87" fmla="*/ 3250743 h 3600687"/>
              <a:gd name="connsiteX88" fmla="*/ 3024374 w 3626068"/>
              <a:gd name="connsiteY88" fmla="*/ 3508871 h 3600687"/>
              <a:gd name="connsiteX89" fmla="*/ 3551011 w 3626068"/>
              <a:gd name="connsiteY89" fmla="*/ 3596882 h 3600687"/>
              <a:gd name="connsiteX90" fmla="*/ 3626068 w 3626068"/>
              <a:gd name="connsiteY90" fmla="*/ 3592691 h 360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3626068" h="3600687">
                <a:moveTo>
                  <a:pt x="3626068" y="3592691"/>
                </a:moveTo>
                <a:cubicBezTo>
                  <a:pt x="3601208" y="3595072"/>
                  <a:pt x="3576348" y="3597930"/>
                  <a:pt x="3551202" y="3598882"/>
                </a:cubicBezTo>
                <a:cubicBezTo>
                  <a:pt x="3371275" y="3608597"/>
                  <a:pt x="3189823" y="3578689"/>
                  <a:pt x="3020850" y="3519158"/>
                </a:cubicBezTo>
                <a:cubicBezTo>
                  <a:pt x="2851591" y="3459722"/>
                  <a:pt x="2693666" y="3373235"/>
                  <a:pt x="2552125" y="3269317"/>
                </a:cubicBezTo>
                <a:cubicBezTo>
                  <a:pt x="2520216" y="3245885"/>
                  <a:pt x="2489450" y="3221311"/>
                  <a:pt x="2459065" y="3196165"/>
                </a:cubicBezTo>
                <a:cubicBezTo>
                  <a:pt x="2447254" y="3186068"/>
                  <a:pt x="2435443" y="3175972"/>
                  <a:pt x="2423537" y="3165875"/>
                </a:cubicBezTo>
                <a:cubicBezTo>
                  <a:pt x="2411916" y="3155493"/>
                  <a:pt x="2400296" y="3145016"/>
                  <a:pt x="2388580" y="3134538"/>
                </a:cubicBezTo>
                <a:cubicBezTo>
                  <a:pt x="2354195" y="3102534"/>
                  <a:pt x="2320381" y="3069673"/>
                  <a:pt x="2288187" y="3035573"/>
                </a:cubicBezTo>
                <a:cubicBezTo>
                  <a:pt x="2279995" y="3027191"/>
                  <a:pt x="2272280" y="3018333"/>
                  <a:pt x="2264374" y="3009856"/>
                </a:cubicBezTo>
                <a:cubicBezTo>
                  <a:pt x="2256468" y="3001188"/>
                  <a:pt x="2248467" y="2992711"/>
                  <a:pt x="2241038" y="2983757"/>
                </a:cubicBezTo>
                <a:cubicBezTo>
                  <a:pt x="2225893" y="2966041"/>
                  <a:pt x="2210939" y="2948515"/>
                  <a:pt x="2195985" y="2931084"/>
                </a:cubicBezTo>
                <a:cubicBezTo>
                  <a:pt x="2183507" y="2917082"/>
                  <a:pt x="2172458" y="2901938"/>
                  <a:pt x="2160742" y="2887269"/>
                </a:cubicBezTo>
                <a:cubicBezTo>
                  <a:pt x="2149122" y="2872505"/>
                  <a:pt x="2137501" y="2857742"/>
                  <a:pt x="2125881" y="2842978"/>
                </a:cubicBezTo>
                <a:cubicBezTo>
                  <a:pt x="2043870" y="2732964"/>
                  <a:pt x="1974147" y="2622569"/>
                  <a:pt x="1911663" y="2508841"/>
                </a:cubicBezTo>
                <a:cubicBezTo>
                  <a:pt x="1849275" y="2395112"/>
                  <a:pt x="1794125" y="2278050"/>
                  <a:pt x="1743547" y="2152892"/>
                </a:cubicBezTo>
                <a:cubicBezTo>
                  <a:pt x="1731165" y="2121554"/>
                  <a:pt x="1718401" y="2090312"/>
                  <a:pt x="1706304" y="2058785"/>
                </a:cubicBezTo>
                <a:cubicBezTo>
                  <a:pt x="1685445" y="2003540"/>
                  <a:pt x="1649250" y="1903527"/>
                  <a:pt x="1611245" y="1779226"/>
                </a:cubicBezTo>
                <a:cubicBezTo>
                  <a:pt x="1602006" y="1748079"/>
                  <a:pt x="1591909" y="1715599"/>
                  <a:pt x="1582289" y="1681880"/>
                </a:cubicBezTo>
                <a:cubicBezTo>
                  <a:pt x="1572859" y="1648162"/>
                  <a:pt x="1562572" y="1613300"/>
                  <a:pt x="1553142" y="1577772"/>
                </a:cubicBezTo>
                <a:cubicBezTo>
                  <a:pt x="1533616" y="1506620"/>
                  <a:pt x="1514376" y="1432611"/>
                  <a:pt x="1494659" y="1358792"/>
                </a:cubicBezTo>
                <a:cubicBezTo>
                  <a:pt x="1474942" y="1284974"/>
                  <a:pt x="1454749" y="1211536"/>
                  <a:pt x="1433985" y="1141337"/>
                </a:cubicBezTo>
                <a:cubicBezTo>
                  <a:pt x="1412744" y="1071423"/>
                  <a:pt x="1391694" y="1004367"/>
                  <a:pt x="1369405" y="944074"/>
                </a:cubicBezTo>
                <a:cubicBezTo>
                  <a:pt x="1363881" y="929024"/>
                  <a:pt x="1358832" y="914070"/>
                  <a:pt x="1353213" y="899878"/>
                </a:cubicBezTo>
                <a:cubicBezTo>
                  <a:pt x="1347593" y="885686"/>
                  <a:pt x="1342164" y="871779"/>
                  <a:pt x="1336830" y="858349"/>
                </a:cubicBezTo>
                <a:cubicBezTo>
                  <a:pt x="1326638" y="831298"/>
                  <a:pt x="1315113" y="806819"/>
                  <a:pt x="1305302" y="783863"/>
                </a:cubicBezTo>
                <a:cubicBezTo>
                  <a:pt x="1295682" y="760813"/>
                  <a:pt x="1285109" y="740620"/>
                  <a:pt x="1276441" y="722237"/>
                </a:cubicBezTo>
                <a:cubicBezTo>
                  <a:pt x="1272060" y="713093"/>
                  <a:pt x="1267869" y="704520"/>
                  <a:pt x="1263963" y="696519"/>
                </a:cubicBezTo>
                <a:cubicBezTo>
                  <a:pt x="1259963" y="688518"/>
                  <a:pt x="1255867" y="681470"/>
                  <a:pt x="1252438" y="674802"/>
                </a:cubicBezTo>
                <a:cubicBezTo>
                  <a:pt x="1245104" y="661086"/>
                  <a:pt x="1237674" y="647275"/>
                  <a:pt x="1230245" y="633368"/>
                </a:cubicBezTo>
                <a:cubicBezTo>
                  <a:pt x="1222911" y="619462"/>
                  <a:pt x="1214243" y="606222"/>
                  <a:pt x="1206242" y="592506"/>
                </a:cubicBezTo>
                <a:cubicBezTo>
                  <a:pt x="1204242" y="589077"/>
                  <a:pt x="1197860" y="578600"/>
                  <a:pt x="1188430" y="562883"/>
                </a:cubicBezTo>
                <a:cubicBezTo>
                  <a:pt x="1178429" y="547453"/>
                  <a:pt x="1164427" y="527355"/>
                  <a:pt x="1148425" y="503543"/>
                </a:cubicBezTo>
                <a:cubicBezTo>
                  <a:pt x="1140615" y="491541"/>
                  <a:pt x="1130613" y="479921"/>
                  <a:pt x="1121088" y="466967"/>
                </a:cubicBezTo>
                <a:cubicBezTo>
                  <a:pt x="1111182" y="454394"/>
                  <a:pt x="1101372" y="440392"/>
                  <a:pt x="1090227" y="427438"/>
                </a:cubicBezTo>
                <a:cubicBezTo>
                  <a:pt x="1068606" y="401054"/>
                  <a:pt x="1043269" y="374955"/>
                  <a:pt x="1017266" y="349714"/>
                </a:cubicBezTo>
                <a:cubicBezTo>
                  <a:pt x="964212" y="300089"/>
                  <a:pt x="905347" y="256464"/>
                  <a:pt x="856865" y="227318"/>
                </a:cubicBezTo>
                <a:cubicBezTo>
                  <a:pt x="844673" y="220174"/>
                  <a:pt x="833529" y="213030"/>
                  <a:pt x="823051" y="207506"/>
                </a:cubicBezTo>
                <a:cubicBezTo>
                  <a:pt x="812574" y="201791"/>
                  <a:pt x="803334" y="196742"/>
                  <a:pt x="795333" y="192361"/>
                </a:cubicBezTo>
                <a:cubicBezTo>
                  <a:pt x="779046" y="184265"/>
                  <a:pt x="768187" y="178931"/>
                  <a:pt x="764663" y="177121"/>
                </a:cubicBezTo>
                <a:cubicBezTo>
                  <a:pt x="726372" y="158833"/>
                  <a:pt x="686748" y="142640"/>
                  <a:pt x="646362" y="129020"/>
                </a:cubicBezTo>
                <a:cubicBezTo>
                  <a:pt x="571115" y="104350"/>
                  <a:pt x="492343" y="89205"/>
                  <a:pt x="417858" y="86252"/>
                </a:cubicBezTo>
                <a:cubicBezTo>
                  <a:pt x="343277" y="82538"/>
                  <a:pt x="273363" y="91777"/>
                  <a:pt x="214404" y="106350"/>
                </a:cubicBezTo>
                <a:cubicBezTo>
                  <a:pt x="155539" y="121685"/>
                  <a:pt x="107819" y="142640"/>
                  <a:pt x="72767" y="158738"/>
                </a:cubicBezTo>
                <a:cubicBezTo>
                  <a:pt x="37810" y="174930"/>
                  <a:pt x="15331" y="186170"/>
                  <a:pt x="5806" y="182264"/>
                </a:cubicBezTo>
                <a:cubicBezTo>
                  <a:pt x="2663" y="183217"/>
                  <a:pt x="1044" y="182931"/>
                  <a:pt x="853" y="181598"/>
                </a:cubicBezTo>
                <a:cubicBezTo>
                  <a:pt x="-385" y="181121"/>
                  <a:pt x="-290" y="179502"/>
                  <a:pt x="1234" y="176740"/>
                </a:cubicBezTo>
                <a:cubicBezTo>
                  <a:pt x="2187" y="170358"/>
                  <a:pt x="7140" y="161500"/>
                  <a:pt x="15617" y="150356"/>
                </a:cubicBezTo>
                <a:cubicBezTo>
                  <a:pt x="19713" y="144641"/>
                  <a:pt x="25142" y="138926"/>
                  <a:pt x="31524" y="132734"/>
                </a:cubicBezTo>
                <a:cubicBezTo>
                  <a:pt x="37905" y="126638"/>
                  <a:pt x="45049" y="119780"/>
                  <a:pt x="53241" y="112922"/>
                </a:cubicBezTo>
                <a:cubicBezTo>
                  <a:pt x="86388" y="85967"/>
                  <a:pt x="136013" y="55391"/>
                  <a:pt x="199926" y="33960"/>
                </a:cubicBezTo>
                <a:cubicBezTo>
                  <a:pt x="215928" y="28817"/>
                  <a:pt x="232501" y="23197"/>
                  <a:pt x="250027" y="19387"/>
                </a:cubicBezTo>
                <a:cubicBezTo>
                  <a:pt x="267458" y="14720"/>
                  <a:pt x="285651" y="11576"/>
                  <a:pt x="304320" y="8338"/>
                </a:cubicBezTo>
                <a:cubicBezTo>
                  <a:pt x="341848" y="3004"/>
                  <a:pt x="381567" y="-806"/>
                  <a:pt x="422525" y="146"/>
                </a:cubicBezTo>
                <a:cubicBezTo>
                  <a:pt x="504726" y="1004"/>
                  <a:pt x="591117" y="15863"/>
                  <a:pt x="674271" y="41866"/>
                </a:cubicBezTo>
                <a:cubicBezTo>
                  <a:pt x="719038" y="55868"/>
                  <a:pt x="762758" y="73013"/>
                  <a:pt x="804858" y="92634"/>
                </a:cubicBezTo>
                <a:cubicBezTo>
                  <a:pt x="808764" y="94539"/>
                  <a:pt x="820670" y="100445"/>
                  <a:pt x="838482" y="109208"/>
                </a:cubicBezTo>
                <a:cubicBezTo>
                  <a:pt x="847245" y="113970"/>
                  <a:pt x="857436" y="119495"/>
                  <a:pt x="868866" y="125686"/>
                </a:cubicBezTo>
                <a:cubicBezTo>
                  <a:pt x="880296" y="131782"/>
                  <a:pt x="892488" y="139497"/>
                  <a:pt x="905823" y="147308"/>
                </a:cubicBezTo>
                <a:cubicBezTo>
                  <a:pt x="958973" y="179216"/>
                  <a:pt x="1023362" y="226746"/>
                  <a:pt x="1081750" y="281324"/>
                </a:cubicBezTo>
                <a:cubicBezTo>
                  <a:pt x="1110516" y="309137"/>
                  <a:pt x="1138424" y="337808"/>
                  <a:pt x="1162522" y="367145"/>
                </a:cubicBezTo>
                <a:cubicBezTo>
                  <a:pt x="1174905" y="381527"/>
                  <a:pt x="1185192" y="396196"/>
                  <a:pt x="1195955" y="409721"/>
                </a:cubicBezTo>
                <a:cubicBezTo>
                  <a:pt x="1206242" y="423533"/>
                  <a:pt x="1216910" y="436201"/>
                  <a:pt x="1225292" y="448964"/>
                </a:cubicBezTo>
                <a:cubicBezTo>
                  <a:pt x="1242437" y="474301"/>
                  <a:pt x="1257391" y="495827"/>
                  <a:pt x="1268059" y="512306"/>
                </a:cubicBezTo>
                <a:cubicBezTo>
                  <a:pt x="1278156" y="529070"/>
                  <a:pt x="1284918" y="540214"/>
                  <a:pt x="1287109" y="543833"/>
                </a:cubicBezTo>
                <a:cubicBezTo>
                  <a:pt x="1295682" y="558407"/>
                  <a:pt x="1304921" y="572504"/>
                  <a:pt x="1312731" y="587172"/>
                </a:cubicBezTo>
                <a:cubicBezTo>
                  <a:pt x="1320637" y="601841"/>
                  <a:pt x="1328448" y="616509"/>
                  <a:pt x="1336258" y="630987"/>
                </a:cubicBezTo>
                <a:cubicBezTo>
                  <a:pt x="1339973" y="638036"/>
                  <a:pt x="1344259" y="645560"/>
                  <a:pt x="1348355" y="654038"/>
                </a:cubicBezTo>
                <a:cubicBezTo>
                  <a:pt x="1352355" y="662515"/>
                  <a:pt x="1356737" y="671564"/>
                  <a:pt x="1361309" y="681184"/>
                </a:cubicBezTo>
                <a:cubicBezTo>
                  <a:pt x="1370358" y="700520"/>
                  <a:pt x="1381311" y="721951"/>
                  <a:pt x="1391217" y="746049"/>
                </a:cubicBezTo>
                <a:cubicBezTo>
                  <a:pt x="1401314" y="770052"/>
                  <a:pt x="1413220" y="795865"/>
                  <a:pt x="1423602" y="823964"/>
                </a:cubicBezTo>
                <a:cubicBezTo>
                  <a:pt x="1429032" y="837965"/>
                  <a:pt x="1434556" y="852348"/>
                  <a:pt x="1440271" y="867207"/>
                </a:cubicBezTo>
                <a:cubicBezTo>
                  <a:pt x="1446081" y="881971"/>
                  <a:pt x="1451034" y="897401"/>
                  <a:pt x="1456654" y="913022"/>
                </a:cubicBezTo>
                <a:cubicBezTo>
                  <a:pt x="1479133" y="975602"/>
                  <a:pt x="1500088" y="1044372"/>
                  <a:pt x="1521043" y="1115905"/>
                </a:cubicBezTo>
                <a:cubicBezTo>
                  <a:pt x="1541427" y="1187533"/>
                  <a:pt x="1561239" y="1262114"/>
                  <a:pt x="1580098" y="1336504"/>
                </a:cubicBezTo>
                <a:cubicBezTo>
                  <a:pt x="1617817" y="1485380"/>
                  <a:pt x="1654298" y="1632636"/>
                  <a:pt x="1690302" y="1755604"/>
                </a:cubicBezTo>
                <a:cubicBezTo>
                  <a:pt x="1725831" y="1878762"/>
                  <a:pt x="1759263" y="1977822"/>
                  <a:pt x="1777742" y="2032972"/>
                </a:cubicBezTo>
                <a:cubicBezTo>
                  <a:pt x="1788410" y="2064500"/>
                  <a:pt x="1799840" y="2095551"/>
                  <a:pt x="1810794" y="2126793"/>
                </a:cubicBezTo>
                <a:cubicBezTo>
                  <a:pt x="1856990" y="2251094"/>
                  <a:pt x="1906139" y="2368157"/>
                  <a:pt x="1962527" y="2482266"/>
                </a:cubicBezTo>
                <a:cubicBezTo>
                  <a:pt x="2019010" y="2596280"/>
                  <a:pt x="2082732" y="2707723"/>
                  <a:pt x="2160171" y="2818118"/>
                </a:cubicBezTo>
                <a:cubicBezTo>
                  <a:pt x="2171029" y="2833072"/>
                  <a:pt x="2181888" y="2848026"/>
                  <a:pt x="2192746" y="2862885"/>
                </a:cubicBezTo>
                <a:cubicBezTo>
                  <a:pt x="2203795" y="2877649"/>
                  <a:pt x="2214082" y="2892984"/>
                  <a:pt x="2225798" y="2907176"/>
                </a:cubicBezTo>
                <a:cubicBezTo>
                  <a:pt x="2239895" y="2924798"/>
                  <a:pt x="2254087" y="2942609"/>
                  <a:pt x="2268279" y="2960516"/>
                </a:cubicBezTo>
                <a:cubicBezTo>
                  <a:pt x="2275328" y="2969565"/>
                  <a:pt x="2282853" y="2978138"/>
                  <a:pt x="2290282" y="2986901"/>
                </a:cubicBezTo>
                <a:cubicBezTo>
                  <a:pt x="2297807" y="2995568"/>
                  <a:pt x="2305046" y="3004522"/>
                  <a:pt x="2312856" y="3012999"/>
                </a:cubicBezTo>
                <a:cubicBezTo>
                  <a:pt x="2343336" y="3047575"/>
                  <a:pt x="2375626" y="3080913"/>
                  <a:pt x="2408487" y="3113488"/>
                </a:cubicBezTo>
                <a:cubicBezTo>
                  <a:pt x="2419632" y="3124156"/>
                  <a:pt x="2430871" y="3134729"/>
                  <a:pt x="2441920" y="3145397"/>
                </a:cubicBezTo>
                <a:cubicBezTo>
                  <a:pt x="2453350" y="3155684"/>
                  <a:pt x="2464685" y="3166066"/>
                  <a:pt x="2476020" y="3176258"/>
                </a:cubicBezTo>
                <a:cubicBezTo>
                  <a:pt x="2505261" y="3201880"/>
                  <a:pt x="2535075" y="3226931"/>
                  <a:pt x="2566031" y="3250743"/>
                </a:cubicBezTo>
                <a:cubicBezTo>
                  <a:pt x="2702334" y="3358185"/>
                  <a:pt x="2857305" y="3447244"/>
                  <a:pt x="3024374" y="3508871"/>
                </a:cubicBezTo>
                <a:cubicBezTo>
                  <a:pt x="3191252" y="3570688"/>
                  <a:pt x="3371275" y="3602882"/>
                  <a:pt x="3551011" y="3596882"/>
                </a:cubicBezTo>
                <a:cubicBezTo>
                  <a:pt x="3576252" y="3596596"/>
                  <a:pt x="3601113" y="3594405"/>
                  <a:pt x="3626068" y="3592691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endParaRPr lang="en-ID"/>
          </a:p>
        </p:txBody>
      </p:sp>
      <p:pic>
        <p:nvPicPr>
          <p:cNvPr id="2" name="图片 1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740" y="12851765"/>
            <a:ext cx="3588385" cy="329565"/>
          </a:xfrm>
          <a:prstGeom prst="rect">
            <a:avLst/>
          </a:prstGeom>
        </p:spPr>
      </p:pic>
      <p:pic>
        <p:nvPicPr>
          <p:cNvPr id="6" name="图片 5" descr="ea6f24e1d2455ac3f0897ac1606e9bf"/>
          <p:cNvPicPr>
            <a:picLocks noChangeAspect="1"/>
          </p:cNvPicPr>
          <p:nvPr/>
        </p:nvPicPr>
        <p:blipFill>
          <a:blip r:embed="rId2"/>
          <a:srcRect l="-6459" b="688"/>
          <a:stretch>
            <a:fillRect/>
          </a:stretch>
        </p:blipFill>
        <p:spPr>
          <a:xfrm>
            <a:off x="-1555115" y="-635"/>
            <a:ext cx="26033730" cy="13679805"/>
          </a:xfrm>
          <a:prstGeom prst="rect">
            <a:avLst/>
          </a:prstGeom>
        </p:spPr>
      </p:pic>
      <p:pic>
        <p:nvPicPr>
          <p:cNvPr id="20" name="图片 19" descr="ea6f24e1d2455ac3f0897ac1606e9bf"/>
          <p:cNvPicPr>
            <a:picLocks noChangeAspect="1"/>
          </p:cNvPicPr>
          <p:nvPr/>
        </p:nvPicPr>
        <p:blipFill>
          <a:blip r:embed="rId2"/>
          <a:srcRect l="85094" t="74339" r="2875" b="16250"/>
          <a:stretch>
            <a:fillRect/>
          </a:stretch>
        </p:blipFill>
        <p:spPr>
          <a:xfrm>
            <a:off x="21111845" y="12160885"/>
            <a:ext cx="3091815" cy="1147445"/>
          </a:xfrm>
          <a:prstGeom prst="rect">
            <a:avLst/>
          </a:prstGeom>
        </p:spPr>
      </p:pic>
      <p:pic>
        <p:nvPicPr>
          <p:cNvPr id="3" name="图片 2" descr="未标题-3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630" y="12746355"/>
            <a:ext cx="4735195" cy="400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TYPE" val="i"/>
  <p:tag name="KSO_WM_UNIT_INDEX" val="1"/>
  <p:tag name="KSO_WM_UNIT_ID" val="_1*i*1"/>
  <p:tag name="KSO_WM_BEAUTIFY_FLAG" val="#wm#"/>
  <p:tag name="KSO_WM_TAG_VERSION" val="1.0"/>
  <p:tag name="KSO_WM_CHIP_GROUPID" val="62fd8ff4295c1bf6da969d89"/>
  <p:tag name="KSO_WM_CHIP_XID" val="62fd9046295c1bf6da969d9e"/>
  <p:tag name="KSO_WM_UNIT_DEC_AREA_ID" val="9854bfeb70594625940839fe0ccc721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99f46c2a02a47b09838e5465534a1a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1.0"/>
  <p:tag name="KSO_WM_BEAUTIFY_FLAG" val="#wm#"/>
  <p:tag name="KSO_WM_UNIT_SUBTYPE" val="e"/>
  <p:tag name="KSO_WM_UNIT_PRESET_TEXT" val="年号占位符"/>
  <p:tag name="KSO_WM_UNIT_NOCLEAR" val="0"/>
  <p:tag name="KSO_WM_UNIT_VALUE" val="8"/>
  <p:tag name="KSO_WM_UNIT_TYPE" val="f"/>
  <p:tag name="KSO_WM_UNIT_INDEX" val="1"/>
</p:tagLst>
</file>

<file path=ppt/tags/tag12.xml><?xml version="1.0" encoding="utf-8"?>
<p:tagLst xmlns:p="http://schemas.openxmlformats.org/presentationml/2006/main">
  <p:tag name="KSO_WM_UNIT_TYPE" val="i"/>
  <p:tag name="KSO_WM_UNIT_INDEX" val="2"/>
  <p:tag name="KSO_WM_UNIT_ID" val="_1*i*2"/>
  <p:tag name="KSO_WM_BEAUTIFY_FLAG" val="#wm#"/>
  <p:tag name="KSO_WM_TAG_VERSION" val="1.0"/>
  <p:tag name="KSO_WM_CHIP_GROUPID" val="62fd8ff4295c1bf6da969d89"/>
  <p:tag name="KSO_WM_CHIP_XID" val="62fd9046295c1bf6da969d9c"/>
  <p:tag name="KSO_WM_UNIT_DEC_AREA_ID" val="dce0bc023286414893c524e8da15b88e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2bc8a28613c41f89539ba8a8a0061bd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3"/>
  <p:tag name="KSO_WM_UNIT_ID" val="_1*i*3"/>
  <p:tag name="KSO_WM_BEAUTIFY_FLAG" val="#wm#"/>
  <p:tag name="KSO_WM_TAG_VERSION" val="1.0"/>
  <p:tag name="KSO_WM_CHIP_GROUPID" val="62fd8ff4295c1bf6da969d89"/>
  <p:tag name="KSO_WM_CHIP_XID" val="62fd9046295c1bf6da969d9d"/>
  <p:tag name="KSO_WM_UNIT_DEC_AREA_ID" val="ad196dea2bb64156bf9dda32db2f1dcc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1eab8aa22ca40b48355e30ece8c0aca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FULLTEXTBEAUTIFYED" val="1"/>
  <p:tag name="commondata" val="eyJoZGlkIjoiNzczYmMwNjhlYjRiYTVjMzgwODIwZmVlNDU2MGI2MzIifQ=="/>
</p:tagLst>
</file>

<file path=ppt/theme/theme1.xml><?xml version="1.0" encoding="utf-8"?>
<a:theme xmlns:a="http://schemas.openxmlformats.org/drawingml/2006/main" name="Office Theme">
  <a:themeElements>
    <a:clrScheme name="COLORUP">
      <a:dk1>
        <a:sysClr val="windowText" lastClr="000000"/>
      </a:dk1>
      <a:lt1>
        <a:srgbClr val="F5F5F5"/>
      </a:lt1>
      <a:dk2>
        <a:srgbClr val="242D38"/>
      </a:dk2>
      <a:lt2>
        <a:srgbClr val="FFFFFF"/>
      </a:lt2>
      <a:accent1>
        <a:srgbClr val="FDBD11"/>
      </a:accent1>
      <a:accent2>
        <a:srgbClr val="3DAFE4"/>
      </a:accent2>
      <a:accent3>
        <a:srgbClr val="ED126B"/>
      </a:accent3>
      <a:accent4>
        <a:srgbClr val="1BB890"/>
      </a:accent4>
      <a:accent5>
        <a:srgbClr val="1B67B2"/>
      </a:accent5>
      <a:accent6>
        <a:srgbClr val="82FF05"/>
      </a:accent6>
      <a:hlink>
        <a:srgbClr val="FF432F"/>
      </a:hlink>
      <a:folHlink>
        <a:srgbClr val="1200FA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1001</Words>
  <Application>WPS 演示</Application>
  <PresentationFormat>自定义</PresentationFormat>
  <Paragraphs>148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7" baseType="lpstr">
      <vt:lpstr>Arial</vt:lpstr>
      <vt:lpstr>宋体</vt:lpstr>
      <vt:lpstr>Wingdings</vt:lpstr>
      <vt:lpstr>汉仪正圆 55简</vt:lpstr>
      <vt:lpstr>Poppins SemiBold</vt:lpstr>
      <vt:lpstr>Segoe Print</vt:lpstr>
      <vt:lpstr>Poppins</vt:lpstr>
      <vt:lpstr>汉仪糯米团简</vt:lpstr>
      <vt:lpstr>Calibri</vt:lpstr>
      <vt:lpstr>微软雅黑</vt:lpstr>
      <vt:lpstr>Arial Unicode MS</vt:lpstr>
      <vt:lpstr>Calibri Light</vt:lpstr>
      <vt:lpstr>等线 Light</vt:lpstr>
      <vt:lpstr>等线</vt:lpstr>
      <vt:lpstr>Active SemiBold</vt:lpstr>
      <vt:lpstr>汉仪细等线繁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visualin</dc:creator>
  <cp:lastModifiedBy>Purple</cp:lastModifiedBy>
  <cp:revision>147</cp:revision>
  <dcterms:created xsi:type="dcterms:W3CDTF">2024-05-07T02:20:00Z</dcterms:created>
  <dcterms:modified xsi:type="dcterms:W3CDTF">2026-01-12T07:52:17Z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CA4B39ACF01B487DAE5F3FFBDDCE5A65_13</vt:lpwstr>
  </property>
  <property fmtid="{D5CDD505-2E9C-101B-9397-08002B2CF9AE}" pid="3" name="KSOProductBuildVer">
    <vt:lpwstr>2052-12.1.0.24034</vt:lpwstr>
  </property>
</Properties>
</file>